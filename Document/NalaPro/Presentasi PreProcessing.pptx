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5" r:id="rId7"/>
    <p:sldId id="266" r:id="rId8"/>
    <p:sldId id="267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209351-1FA5-45FC-A6D9-371FC14709D0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24E0733-46E4-4336-B06A-A3BD79A84CEC}">
      <dgm:prSet phldrT="[Text]" custT="1"/>
      <dgm:spPr/>
      <dgm:t>
        <a:bodyPr/>
        <a:lstStyle/>
        <a:p>
          <a:r>
            <a:rPr lang="en-US" sz="1800" b="1" dirty="0"/>
            <a:t>Mount To Drive</a:t>
          </a:r>
        </a:p>
      </dgm:t>
    </dgm:pt>
    <dgm:pt modelId="{9CF29F06-4758-446C-84D2-AF24ED452B56}" type="parTrans" cxnId="{BFFB3238-B87E-4A30-AB8C-424B965B728D}">
      <dgm:prSet/>
      <dgm:spPr/>
      <dgm:t>
        <a:bodyPr/>
        <a:lstStyle/>
        <a:p>
          <a:endParaRPr lang="en-US" sz="2400"/>
        </a:p>
      </dgm:t>
    </dgm:pt>
    <dgm:pt modelId="{30739620-17EA-4957-B369-62E1144447BE}" type="sibTrans" cxnId="{BFFB3238-B87E-4A30-AB8C-424B965B728D}">
      <dgm:prSet/>
      <dgm:spPr/>
      <dgm:t>
        <a:bodyPr/>
        <a:lstStyle/>
        <a:p>
          <a:endParaRPr lang="en-US" sz="2400"/>
        </a:p>
      </dgm:t>
    </dgm:pt>
    <dgm:pt modelId="{F4106503-FFB7-4416-B33D-4C527FEB5D6E}">
      <dgm:prSet phldrT="[Text]" custT="1"/>
      <dgm:spPr/>
      <dgm:t>
        <a:bodyPr/>
        <a:lstStyle/>
        <a:p>
          <a:r>
            <a:rPr lang="en-US" sz="1800" b="1" dirty="0"/>
            <a:t>Extract Data </a:t>
          </a:r>
          <a:r>
            <a:rPr lang="en-US" sz="1800" b="1" dirty="0" err="1"/>
            <a:t>Ke</a:t>
          </a:r>
          <a:r>
            <a:rPr lang="en-US" sz="1800" b="1" dirty="0"/>
            <a:t> Local </a:t>
          </a:r>
          <a:r>
            <a:rPr lang="en-US" sz="1800" b="1" dirty="0" err="1"/>
            <a:t>Colabs</a:t>
          </a:r>
          <a:endParaRPr lang="en-US" sz="1800" b="1" dirty="0"/>
        </a:p>
      </dgm:t>
    </dgm:pt>
    <dgm:pt modelId="{059744E2-E13E-4D73-B15B-6FDE9797BFE2}" type="parTrans" cxnId="{584A8A5F-4EFD-4865-ABA9-A7088213CA3C}">
      <dgm:prSet/>
      <dgm:spPr/>
      <dgm:t>
        <a:bodyPr/>
        <a:lstStyle/>
        <a:p>
          <a:endParaRPr lang="en-US" sz="2400"/>
        </a:p>
      </dgm:t>
    </dgm:pt>
    <dgm:pt modelId="{F5D13E47-684B-4C87-9EF9-0714EA0C89F5}" type="sibTrans" cxnId="{584A8A5F-4EFD-4865-ABA9-A7088213CA3C}">
      <dgm:prSet/>
      <dgm:spPr/>
      <dgm:t>
        <a:bodyPr/>
        <a:lstStyle/>
        <a:p>
          <a:endParaRPr lang="en-US" sz="2400"/>
        </a:p>
      </dgm:t>
    </dgm:pt>
    <dgm:pt modelId="{C4D66C94-42CC-4F1B-8AE3-69157A3CD964}">
      <dgm:prSet phldrT="[Text]" custT="1"/>
      <dgm:spPr/>
      <dgm:t>
        <a:bodyPr/>
        <a:lstStyle/>
        <a:p>
          <a:r>
            <a:rPr lang="en-US" sz="1800" b="1" dirty="0"/>
            <a:t>Convert Dataset</a:t>
          </a:r>
        </a:p>
      </dgm:t>
    </dgm:pt>
    <dgm:pt modelId="{0D349293-3A38-44EB-BD8F-84054F2913CC}" type="parTrans" cxnId="{77764659-2190-4B87-9125-6F54612B66D1}">
      <dgm:prSet/>
      <dgm:spPr/>
      <dgm:t>
        <a:bodyPr/>
        <a:lstStyle/>
        <a:p>
          <a:endParaRPr lang="en-US" sz="2400"/>
        </a:p>
      </dgm:t>
    </dgm:pt>
    <dgm:pt modelId="{53BD2DDF-304D-41EB-9F4A-91D9C3FB7440}" type="sibTrans" cxnId="{77764659-2190-4B87-9125-6F54612B66D1}">
      <dgm:prSet/>
      <dgm:spPr/>
      <dgm:t>
        <a:bodyPr/>
        <a:lstStyle/>
        <a:p>
          <a:endParaRPr lang="en-US" sz="2400"/>
        </a:p>
      </dgm:t>
    </dgm:pt>
    <dgm:pt modelId="{6D30A6C9-1CE4-448B-A703-C28EC55D9A12}">
      <dgm:prSet phldrT="[Text]" custT="1"/>
      <dgm:spPr/>
      <dgm:t>
        <a:bodyPr/>
        <a:lstStyle/>
        <a:p>
          <a:r>
            <a:rPr lang="en-US" sz="1400" b="0" dirty="0" err="1"/>
            <a:t>Clean_artikel</a:t>
          </a:r>
          <a:endParaRPr lang="en-US" sz="1400" dirty="0"/>
        </a:p>
      </dgm:t>
    </dgm:pt>
    <dgm:pt modelId="{551AE09E-180E-46F1-940E-A671E6A253A8}" type="parTrans" cxnId="{0B396705-75A9-464F-ACB1-16416F1BC470}">
      <dgm:prSet/>
      <dgm:spPr/>
      <dgm:t>
        <a:bodyPr/>
        <a:lstStyle/>
        <a:p>
          <a:endParaRPr lang="en-US" sz="2400"/>
        </a:p>
      </dgm:t>
    </dgm:pt>
    <dgm:pt modelId="{7B1EDC6D-E682-4E7E-8849-1D3ABB56C78D}" type="sibTrans" cxnId="{0B396705-75A9-464F-ACB1-16416F1BC470}">
      <dgm:prSet/>
      <dgm:spPr/>
      <dgm:t>
        <a:bodyPr/>
        <a:lstStyle/>
        <a:p>
          <a:endParaRPr lang="en-US" sz="2400"/>
        </a:p>
      </dgm:t>
    </dgm:pt>
    <dgm:pt modelId="{B0D3161E-E8C3-4BB3-874A-ADBE3EFBD84A}">
      <dgm:prSet phldrT="[Text]" custT="1"/>
      <dgm:spPr/>
      <dgm:t>
        <a:bodyPr/>
        <a:lstStyle/>
        <a:p>
          <a:r>
            <a:rPr lang="en-US" sz="1800" b="1" dirty="0"/>
            <a:t>Pre Processing (Cleaning)</a:t>
          </a:r>
        </a:p>
      </dgm:t>
    </dgm:pt>
    <dgm:pt modelId="{702A9C68-D6DC-471E-BB79-5FCC6B67B0EE}" type="parTrans" cxnId="{6DAC9233-9E26-4B27-817E-9624F45547B6}">
      <dgm:prSet/>
      <dgm:spPr/>
      <dgm:t>
        <a:bodyPr/>
        <a:lstStyle/>
        <a:p>
          <a:endParaRPr lang="en-US" sz="2400"/>
        </a:p>
      </dgm:t>
    </dgm:pt>
    <dgm:pt modelId="{5BE34260-BB26-4A1B-8D4B-A703893AB5E3}" type="sibTrans" cxnId="{6DAC9233-9E26-4B27-817E-9624F45547B6}">
      <dgm:prSet/>
      <dgm:spPr/>
      <dgm:t>
        <a:bodyPr/>
        <a:lstStyle/>
        <a:p>
          <a:endParaRPr lang="en-US" sz="2400"/>
        </a:p>
      </dgm:t>
    </dgm:pt>
    <dgm:pt modelId="{4DA8047F-F90C-4E24-85C7-2ADD24E410B2}">
      <dgm:prSet phldrT="[Text]" custT="1"/>
      <dgm:spPr/>
      <dgm:t>
        <a:bodyPr/>
        <a:lstStyle/>
        <a:p>
          <a:r>
            <a:rPr lang="en-US" sz="1400" b="0" dirty="0" err="1"/>
            <a:t>remove_stopwords</a:t>
          </a:r>
          <a:endParaRPr lang="en-US" sz="1400" dirty="0"/>
        </a:p>
      </dgm:t>
    </dgm:pt>
    <dgm:pt modelId="{4CBA0F46-3A07-406F-942F-031C32D1457B}" type="parTrans" cxnId="{770571BE-4AD4-4662-8BD0-E0DEEEEEF736}">
      <dgm:prSet/>
      <dgm:spPr/>
      <dgm:t>
        <a:bodyPr/>
        <a:lstStyle/>
        <a:p>
          <a:endParaRPr lang="en-US" sz="2400"/>
        </a:p>
      </dgm:t>
    </dgm:pt>
    <dgm:pt modelId="{B5592E22-DC09-4B66-B2A3-24ECE466F84B}" type="sibTrans" cxnId="{770571BE-4AD4-4662-8BD0-E0DEEEEEF736}">
      <dgm:prSet/>
      <dgm:spPr/>
      <dgm:t>
        <a:bodyPr/>
        <a:lstStyle/>
        <a:p>
          <a:endParaRPr lang="en-US" sz="2400"/>
        </a:p>
      </dgm:t>
    </dgm:pt>
    <dgm:pt modelId="{91B7ABAE-B8DA-4C16-939B-BDA01865A07E}">
      <dgm:prSet phldrT="[Text]" custT="1"/>
      <dgm:spPr/>
      <dgm:t>
        <a:bodyPr/>
        <a:lstStyle/>
        <a:p>
          <a:r>
            <a:rPr lang="en-US" sz="1400" b="0" dirty="0" err="1"/>
            <a:t>fix_punctuation</a:t>
          </a:r>
          <a:endParaRPr lang="en-US" sz="1400" dirty="0"/>
        </a:p>
      </dgm:t>
    </dgm:pt>
    <dgm:pt modelId="{62F58D96-4BDC-4036-B09E-8096944F7979}" type="parTrans" cxnId="{9C1890D0-CCE0-4E32-B873-C6A38A224C79}">
      <dgm:prSet/>
      <dgm:spPr/>
      <dgm:t>
        <a:bodyPr/>
        <a:lstStyle/>
        <a:p>
          <a:endParaRPr lang="en-US" sz="2400"/>
        </a:p>
      </dgm:t>
    </dgm:pt>
    <dgm:pt modelId="{31C5F598-48AE-4A3A-BB48-131F45CB04D3}" type="sibTrans" cxnId="{9C1890D0-CCE0-4E32-B873-C6A38A224C79}">
      <dgm:prSet/>
      <dgm:spPr/>
      <dgm:t>
        <a:bodyPr/>
        <a:lstStyle/>
        <a:p>
          <a:endParaRPr lang="en-US" sz="2400"/>
        </a:p>
      </dgm:t>
    </dgm:pt>
    <dgm:pt modelId="{DA01B3AF-C7D1-4678-A394-747C97DC9AB9}">
      <dgm:prSet phldrT="[Text]" custT="1"/>
      <dgm:spPr/>
      <dgm:t>
        <a:bodyPr/>
        <a:lstStyle/>
        <a:p>
          <a:r>
            <a:rPr lang="en-US" sz="1400" b="0" dirty="0" err="1"/>
            <a:t>Clean_summary</a:t>
          </a:r>
          <a:endParaRPr lang="en-US" sz="1400" dirty="0"/>
        </a:p>
      </dgm:t>
    </dgm:pt>
    <dgm:pt modelId="{D07D51C7-053D-42EE-8B0A-058EE5697578}" type="parTrans" cxnId="{5F10ADD8-4DF3-4019-8009-0567E85C7238}">
      <dgm:prSet/>
      <dgm:spPr/>
      <dgm:t>
        <a:bodyPr/>
        <a:lstStyle/>
        <a:p>
          <a:endParaRPr lang="en-US" sz="2400"/>
        </a:p>
      </dgm:t>
    </dgm:pt>
    <dgm:pt modelId="{F964B836-32EA-4F59-B36A-D823D7D83305}" type="sibTrans" cxnId="{5F10ADD8-4DF3-4019-8009-0567E85C7238}">
      <dgm:prSet/>
      <dgm:spPr/>
      <dgm:t>
        <a:bodyPr/>
        <a:lstStyle/>
        <a:p>
          <a:endParaRPr lang="en-US" sz="2400"/>
        </a:p>
      </dgm:t>
    </dgm:pt>
    <dgm:pt modelId="{E2DC1B3E-3AC6-4C77-86C9-26387C74DD31}">
      <dgm:prSet phldrT="[Text]" custT="1"/>
      <dgm:spPr/>
      <dgm:t>
        <a:bodyPr/>
        <a:lstStyle/>
        <a:p>
          <a:r>
            <a:rPr lang="en-US" sz="1400" b="0" dirty="0"/>
            <a:t>Extractive Summary</a:t>
          </a:r>
          <a:endParaRPr lang="en-US" sz="1400" dirty="0"/>
        </a:p>
      </dgm:t>
    </dgm:pt>
    <dgm:pt modelId="{E8C8D36F-6DFA-4FC3-A1DC-50E738C2CF9D}" type="parTrans" cxnId="{A9084751-85F1-4D16-82BB-6AA78DE499AE}">
      <dgm:prSet/>
      <dgm:spPr/>
      <dgm:t>
        <a:bodyPr/>
        <a:lstStyle/>
        <a:p>
          <a:endParaRPr lang="en-US" sz="2400"/>
        </a:p>
      </dgm:t>
    </dgm:pt>
    <dgm:pt modelId="{C037E14B-A3A9-4F7C-BE01-68EE5D6EC1B7}" type="sibTrans" cxnId="{A9084751-85F1-4D16-82BB-6AA78DE499AE}">
      <dgm:prSet/>
      <dgm:spPr/>
      <dgm:t>
        <a:bodyPr/>
        <a:lstStyle/>
        <a:p>
          <a:endParaRPr lang="en-US" sz="2400"/>
        </a:p>
      </dgm:t>
    </dgm:pt>
    <dgm:pt modelId="{E7EADE00-19D2-4FC3-839D-680B3AEA4A00}">
      <dgm:prSet phldrT="[Text]" custT="1"/>
      <dgm:spPr/>
      <dgm:t>
        <a:bodyPr/>
        <a:lstStyle/>
        <a:p>
          <a:r>
            <a:rPr lang="en-US" sz="1400" b="0" dirty="0" err="1"/>
            <a:t>remove_header</a:t>
          </a:r>
          <a:endParaRPr lang="en-US" sz="1400" dirty="0"/>
        </a:p>
      </dgm:t>
    </dgm:pt>
    <dgm:pt modelId="{D48F6C8C-BC77-46FA-A05B-1ECC77810A2E}" type="parTrans" cxnId="{BCA72D10-41AC-46DE-8972-0F07AECAA05A}">
      <dgm:prSet/>
      <dgm:spPr/>
      <dgm:t>
        <a:bodyPr/>
        <a:lstStyle/>
        <a:p>
          <a:endParaRPr lang="en-US" sz="2400"/>
        </a:p>
      </dgm:t>
    </dgm:pt>
    <dgm:pt modelId="{1049B295-30BA-4C51-AC9D-3E7E7A29615B}" type="sibTrans" cxnId="{BCA72D10-41AC-46DE-8972-0F07AECAA05A}">
      <dgm:prSet/>
      <dgm:spPr/>
      <dgm:t>
        <a:bodyPr/>
        <a:lstStyle/>
        <a:p>
          <a:endParaRPr lang="en-US" sz="2400"/>
        </a:p>
      </dgm:t>
    </dgm:pt>
    <dgm:pt modelId="{D99249C8-346A-4B98-984E-B4CA870F2CC0}">
      <dgm:prSet phldrT="[Text]" custT="1"/>
      <dgm:spPr/>
      <dgm:t>
        <a:bodyPr/>
        <a:lstStyle/>
        <a:p>
          <a:r>
            <a:rPr lang="en-US" sz="1400" b="0" dirty="0" err="1"/>
            <a:t>remove_baca</a:t>
          </a:r>
          <a:endParaRPr lang="en-US" sz="1400" dirty="0"/>
        </a:p>
      </dgm:t>
    </dgm:pt>
    <dgm:pt modelId="{B0AB0321-6C0B-4A6E-BBF1-17DFD5F3E274}" type="parTrans" cxnId="{56F74BB5-16ED-4498-AB06-72EFA2668A89}">
      <dgm:prSet/>
      <dgm:spPr/>
      <dgm:t>
        <a:bodyPr/>
        <a:lstStyle/>
        <a:p>
          <a:endParaRPr lang="en-US" sz="2400"/>
        </a:p>
      </dgm:t>
    </dgm:pt>
    <dgm:pt modelId="{8743C09B-CB24-4E38-9F0E-D22EBC9F53AE}" type="sibTrans" cxnId="{56F74BB5-16ED-4498-AB06-72EFA2668A89}">
      <dgm:prSet/>
      <dgm:spPr/>
      <dgm:t>
        <a:bodyPr/>
        <a:lstStyle/>
        <a:p>
          <a:endParaRPr lang="en-US" sz="2400"/>
        </a:p>
      </dgm:t>
    </dgm:pt>
    <dgm:pt modelId="{35340513-C5BA-4A7A-AFEA-4E56CF65997E}">
      <dgm:prSet phldrT="[Text]" custT="1"/>
      <dgm:spPr/>
      <dgm:t>
        <a:bodyPr/>
        <a:lstStyle/>
        <a:p>
          <a:r>
            <a:rPr lang="en-US" sz="1800" b="1" dirty="0"/>
            <a:t>Convert </a:t>
          </a:r>
          <a:r>
            <a:rPr lang="en-US" sz="1800" b="1" dirty="0" err="1"/>
            <a:t>ke</a:t>
          </a:r>
          <a:r>
            <a:rPr lang="en-US" sz="1800" b="1" dirty="0"/>
            <a:t> </a:t>
          </a:r>
          <a:r>
            <a:rPr lang="en-US" sz="1800" b="1" dirty="0" err="1"/>
            <a:t>HuggingFace</a:t>
          </a:r>
          <a:r>
            <a:rPr lang="en-US" sz="1800" b="1" dirty="0"/>
            <a:t> Dataset</a:t>
          </a:r>
        </a:p>
      </dgm:t>
    </dgm:pt>
    <dgm:pt modelId="{2D242086-5EA8-4CDD-9BF8-594503D20022}" type="parTrans" cxnId="{607DA559-64EB-4512-BC3F-EA8E4010E9EB}">
      <dgm:prSet/>
      <dgm:spPr/>
      <dgm:t>
        <a:bodyPr/>
        <a:lstStyle/>
        <a:p>
          <a:endParaRPr lang="en-US" sz="2400"/>
        </a:p>
      </dgm:t>
    </dgm:pt>
    <dgm:pt modelId="{64EC2781-97AB-4559-B671-527E69845B09}" type="sibTrans" cxnId="{607DA559-64EB-4512-BC3F-EA8E4010E9EB}">
      <dgm:prSet/>
      <dgm:spPr/>
      <dgm:t>
        <a:bodyPr/>
        <a:lstStyle/>
        <a:p>
          <a:endParaRPr lang="en-US" sz="2400"/>
        </a:p>
      </dgm:t>
    </dgm:pt>
    <dgm:pt modelId="{0A014329-BD44-4667-9CC9-A0E54A6B6009}">
      <dgm:prSet phldrT="[Text]" custT="1"/>
      <dgm:spPr/>
      <dgm:t>
        <a:bodyPr/>
        <a:lstStyle/>
        <a:p>
          <a:r>
            <a:rPr lang="en-US" sz="1800" b="1" dirty="0" err="1"/>
            <a:t>Simpan</a:t>
          </a:r>
          <a:r>
            <a:rPr lang="en-US" sz="1800" b="1" dirty="0"/>
            <a:t> </a:t>
          </a:r>
          <a:r>
            <a:rPr lang="en-US" sz="1800" b="1" dirty="0" err="1"/>
            <a:t>Ke</a:t>
          </a:r>
          <a:r>
            <a:rPr lang="en-US" sz="1800" b="1" dirty="0"/>
            <a:t> JSON</a:t>
          </a:r>
        </a:p>
      </dgm:t>
    </dgm:pt>
    <dgm:pt modelId="{67E495E3-9A22-4377-BF1E-CD215AFF29AF}" type="parTrans" cxnId="{886409F0-92B4-4661-B7AC-C81BCC563C7F}">
      <dgm:prSet/>
      <dgm:spPr/>
      <dgm:t>
        <a:bodyPr/>
        <a:lstStyle/>
        <a:p>
          <a:endParaRPr lang="en-US" sz="2400"/>
        </a:p>
      </dgm:t>
    </dgm:pt>
    <dgm:pt modelId="{F2E990CC-369D-4028-BBBD-DC62C74A7472}" type="sibTrans" cxnId="{886409F0-92B4-4661-B7AC-C81BCC563C7F}">
      <dgm:prSet/>
      <dgm:spPr/>
      <dgm:t>
        <a:bodyPr/>
        <a:lstStyle/>
        <a:p>
          <a:endParaRPr lang="en-US" sz="2400"/>
        </a:p>
      </dgm:t>
    </dgm:pt>
    <dgm:pt modelId="{17BB614D-7787-4C75-A2C3-C9C7813AA4CB}">
      <dgm:prSet phldrT="[Text]" custT="1"/>
      <dgm:spPr/>
      <dgm:t>
        <a:bodyPr/>
        <a:lstStyle/>
        <a:p>
          <a:r>
            <a:rPr lang="en-US" sz="1800" b="1" dirty="0"/>
            <a:t>Upload </a:t>
          </a:r>
          <a:r>
            <a:rPr lang="en-US" sz="1800" b="1" dirty="0" err="1"/>
            <a:t>Ke</a:t>
          </a:r>
          <a:r>
            <a:rPr lang="en-US" sz="1800" b="1" dirty="0"/>
            <a:t> Kaggle</a:t>
          </a:r>
        </a:p>
      </dgm:t>
    </dgm:pt>
    <dgm:pt modelId="{3ED7F436-87A5-4E0E-B963-DF0ED6FFC005}" type="parTrans" cxnId="{0D4F986C-543E-4708-BEF0-B8DF3A76B934}">
      <dgm:prSet/>
      <dgm:spPr/>
      <dgm:t>
        <a:bodyPr/>
        <a:lstStyle/>
        <a:p>
          <a:endParaRPr lang="en-US" sz="2400"/>
        </a:p>
      </dgm:t>
    </dgm:pt>
    <dgm:pt modelId="{159A7A91-7912-4E76-BA41-549446E4B1CB}" type="sibTrans" cxnId="{0D4F986C-543E-4708-BEF0-B8DF3A76B934}">
      <dgm:prSet/>
      <dgm:spPr/>
      <dgm:t>
        <a:bodyPr/>
        <a:lstStyle/>
        <a:p>
          <a:endParaRPr lang="en-US" sz="2400"/>
        </a:p>
      </dgm:t>
    </dgm:pt>
    <dgm:pt modelId="{E3D7C693-DA66-4F0E-9B70-3FE167C1B992}">
      <dgm:prSet phldrT="[Text]" custT="1"/>
      <dgm:spPr/>
      <dgm:t>
        <a:bodyPr/>
        <a:lstStyle/>
        <a:p>
          <a:r>
            <a:rPr lang="en-US" sz="1800" b="1" dirty="0"/>
            <a:t>Load Dataset</a:t>
          </a:r>
        </a:p>
      </dgm:t>
    </dgm:pt>
    <dgm:pt modelId="{4D9B1C80-CA86-4C3D-AC1B-2AB3C425596B}" type="parTrans" cxnId="{DC239491-945F-4E99-A499-DEB2876C96EE}">
      <dgm:prSet/>
      <dgm:spPr/>
      <dgm:t>
        <a:bodyPr/>
        <a:lstStyle/>
        <a:p>
          <a:endParaRPr lang="en-US"/>
        </a:p>
      </dgm:t>
    </dgm:pt>
    <dgm:pt modelId="{7AD14AAD-7509-40A1-90DB-F82F98EFB183}" type="sibTrans" cxnId="{DC239491-945F-4E99-A499-DEB2876C96EE}">
      <dgm:prSet/>
      <dgm:spPr/>
      <dgm:t>
        <a:bodyPr/>
        <a:lstStyle/>
        <a:p>
          <a:endParaRPr lang="en-US"/>
        </a:p>
      </dgm:t>
    </dgm:pt>
    <dgm:pt modelId="{797FED42-957B-42E7-88C1-7E7749AA5163}" type="pres">
      <dgm:prSet presAssocID="{EA209351-1FA5-45FC-A6D9-371FC14709D0}" presName="Name0" presStyleCnt="0">
        <dgm:presLayoutVars>
          <dgm:dir/>
          <dgm:animLvl val="lvl"/>
          <dgm:resizeHandles val="exact"/>
        </dgm:presLayoutVars>
      </dgm:prSet>
      <dgm:spPr/>
    </dgm:pt>
    <dgm:pt modelId="{0C4D4E8E-0ADD-47FC-A78D-98C02A5F3DD8}" type="pres">
      <dgm:prSet presAssocID="{17BB614D-7787-4C75-A2C3-C9C7813AA4CB}" presName="boxAndChildren" presStyleCnt="0"/>
      <dgm:spPr/>
    </dgm:pt>
    <dgm:pt modelId="{14B4A31F-5A0E-4257-B7C9-221649E9462A}" type="pres">
      <dgm:prSet presAssocID="{17BB614D-7787-4C75-A2C3-C9C7813AA4CB}" presName="parentTextBox" presStyleLbl="node1" presStyleIdx="0" presStyleCnt="8"/>
      <dgm:spPr/>
    </dgm:pt>
    <dgm:pt modelId="{4FEB7AD2-80C6-43EA-8239-CD777DB50FED}" type="pres">
      <dgm:prSet presAssocID="{F2E990CC-369D-4028-BBBD-DC62C74A7472}" presName="sp" presStyleCnt="0"/>
      <dgm:spPr/>
    </dgm:pt>
    <dgm:pt modelId="{454FE5E8-CF48-4F22-81CE-74FD1973C4DC}" type="pres">
      <dgm:prSet presAssocID="{0A014329-BD44-4667-9CC9-A0E54A6B6009}" presName="arrowAndChildren" presStyleCnt="0"/>
      <dgm:spPr/>
    </dgm:pt>
    <dgm:pt modelId="{04907C7C-2F79-4711-B11F-9F0952CF34F7}" type="pres">
      <dgm:prSet presAssocID="{0A014329-BD44-4667-9CC9-A0E54A6B6009}" presName="parentTextArrow" presStyleLbl="node1" presStyleIdx="1" presStyleCnt="8"/>
      <dgm:spPr/>
    </dgm:pt>
    <dgm:pt modelId="{B7CDE56A-5EB8-48B4-B89A-8D148A51710A}" type="pres">
      <dgm:prSet presAssocID="{64EC2781-97AB-4559-B671-527E69845B09}" presName="sp" presStyleCnt="0"/>
      <dgm:spPr/>
    </dgm:pt>
    <dgm:pt modelId="{728E0410-295C-4F38-83D6-C535FBD3939C}" type="pres">
      <dgm:prSet presAssocID="{35340513-C5BA-4A7A-AFEA-4E56CF65997E}" presName="arrowAndChildren" presStyleCnt="0"/>
      <dgm:spPr/>
    </dgm:pt>
    <dgm:pt modelId="{2D4636C6-AE3D-4E0F-AEBA-A4F5405AEEB0}" type="pres">
      <dgm:prSet presAssocID="{35340513-C5BA-4A7A-AFEA-4E56CF65997E}" presName="parentTextArrow" presStyleLbl="node1" presStyleIdx="2" presStyleCnt="8"/>
      <dgm:spPr/>
    </dgm:pt>
    <dgm:pt modelId="{EFECDD83-5190-4E54-B2BF-47A241CA2D55}" type="pres">
      <dgm:prSet presAssocID="{5BE34260-BB26-4A1B-8D4B-A703893AB5E3}" presName="sp" presStyleCnt="0"/>
      <dgm:spPr/>
    </dgm:pt>
    <dgm:pt modelId="{B4B4DF7B-EBE2-4B57-9738-656D1FE6CF9B}" type="pres">
      <dgm:prSet presAssocID="{B0D3161E-E8C3-4BB3-874A-ADBE3EFBD84A}" presName="arrowAndChildren" presStyleCnt="0"/>
      <dgm:spPr/>
    </dgm:pt>
    <dgm:pt modelId="{3EA550FA-D198-4F11-B25C-9A31F0C90DE4}" type="pres">
      <dgm:prSet presAssocID="{B0D3161E-E8C3-4BB3-874A-ADBE3EFBD84A}" presName="parentTextArrow" presStyleLbl="node1" presStyleIdx="2" presStyleCnt="8"/>
      <dgm:spPr/>
    </dgm:pt>
    <dgm:pt modelId="{BD88D2E6-DAE9-4955-9E0B-A1C92388C21C}" type="pres">
      <dgm:prSet presAssocID="{B0D3161E-E8C3-4BB3-874A-ADBE3EFBD84A}" presName="arrow" presStyleLbl="node1" presStyleIdx="3" presStyleCnt="8"/>
      <dgm:spPr/>
    </dgm:pt>
    <dgm:pt modelId="{63C24352-9530-412E-871A-C0E2DB07D857}" type="pres">
      <dgm:prSet presAssocID="{B0D3161E-E8C3-4BB3-874A-ADBE3EFBD84A}" presName="descendantArrow" presStyleCnt="0"/>
      <dgm:spPr/>
    </dgm:pt>
    <dgm:pt modelId="{35DEB4F1-19EB-4559-ABE4-6836598F1EFF}" type="pres">
      <dgm:prSet presAssocID="{4DA8047F-F90C-4E24-85C7-2ADD24E410B2}" presName="childTextArrow" presStyleLbl="fgAccFollowNode1" presStyleIdx="0" presStyleCnt="7">
        <dgm:presLayoutVars>
          <dgm:bulletEnabled val="1"/>
        </dgm:presLayoutVars>
      </dgm:prSet>
      <dgm:spPr/>
    </dgm:pt>
    <dgm:pt modelId="{593ACB99-901A-4D6D-8226-387176D380AE}" type="pres">
      <dgm:prSet presAssocID="{91B7ABAE-B8DA-4C16-939B-BDA01865A07E}" presName="childTextArrow" presStyleLbl="fgAccFollowNode1" presStyleIdx="1" presStyleCnt="7">
        <dgm:presLayoutVars>
          <dgm:bulletEnabled val="1"/>
        </dgm:presLayoutVars>
      </dgm:prSet>
      <dgm:spPr/>
    </dgm:pt>
    <dgm:pt modelId="{7C85AA4B-BEB0-4178-8899-7FBCFAEBF076}" type="pres">
      <dgm:prSet presAssocID="{E7EADE00-19D2-4FC3-839D-680B3AEA4A00}" presName="childTextArrow" presStyleLbl="fgAccFollowNode1" presStyleIdx="2" presStyleCnt="7">
        <dgm:presLayoutVars>
          <dgm:bulletEnabled val="1"/>
        </dgm:presLayoutVars>
      </dgm:prSet>
      <dgm:spPr/>
    </dgm:pt>
    <dgm:pt modelId="{1B1A04E0-8725-4E43-966F-A6EA38B55312}" type="pres">
      <dgm:prSet presAssocID="{D99249C8-346A-4B98-984E-B4CA870F2CC0}" presName="childTextArrow" presStyleLbl="fgAccFollowNode1" presStyleIdx="3" presStyleCnt="7">
        <dgm:presLayoutVars>
          <dgm:bulletEnabled val="1"/>
        </dgm:presLayoutVars>
      </dgm:prSet>
      <dgm:spPr/>
    </dgm:pt>
    <dgm:pt modelId="{B4A3955E-63C9-4E9F-AAC4-918C736B4F8D}" type="pres">
      <dgm:prSet presAssocID="{53BD2DDF-304D-41EB-9F4A-91D9C3FB7440}" presName="sp" presStyleCnt="0"/>
      <dgm:spPr/>
    </dgm:pt>
    <dgm:pt modelId="{9F464D52-186F-4555-A0F3-87AD0D4965E7}" type="pres">
      <dgm:prSet presAssocID="{C4D66C94-42CC-4F1B-8AE3-69157A3CD964}" presName="arrowAndChildren" presStyleCnt="0"/>
      <dgm:spPr/>
    </dgm:pt>
    <dgm:pt modelId="{0AB65D14-28FF-4567-A9B6-128F30F3C211}" type="pres">
      <dgm:prSet presAssocID="{C4D66C94-42CC-4F1B-8AE3-69157A3CD964}" presName="parentTextArrow" presStyleLbl="node1" presStyleIdx="3" presStyleCnt="8"/>
      <dgm:spPr/>
    </dgm:pt>
    <dgm:pt modelId="{C5A116CC-460A-4844-BC66-28317DA09C6C}" type="pres">
      <dgm:prSet presAssocID="{C4D66C94-42CC-4F1B-8AE3-69157A3CD964}" presName="arrow" presStyleLbl="node1" presStyleIdx="4" presStyleCnt="8"/>
      <dgm:spPr/>
    </dgm:pt>
    <dgm:pt modelId="{79DBC008-62C0-4E0A-9B3F-00351BBD8898}" type="pres">
      <dgm:prSet presAssocID="{C4D66C94-42CC-4F1B-8AE3-69157A3CD964}" presName="descendantArrow" presStyleCnt="0"/>
      <dgm:spPr/>
    </dgm:pt>
    <dgm:pt modelId="{A2637E95-3A0A-47E9-87B6-6A2355322615}" type="pres">
      <dgm:prSet presAssocID="{6D30A6C9-1CE4-448B-A703-C28EC55D9A12}" presName="childTextArrow" presStyleLbl="fgAccFollowNode1" presStyleIdx="4" presStyleCnt="7">
        <dgm:presLayoutVars>
          <dgm:bulletEnabled val="1"/>
        </dgm:presLayoutVars>
      </dgm:prSet>
      <dgm:spPr/>
    </dgm:pt>
    <dgm:pt modelId="{F5D33CAD-E710-404A-A92F-2EF3CFF949B6}" type="pres">
      <dgm:prSet presAssocID="{DA01B3AF-C7D1-4678-A394-747C97DC9AB9}" presName="childTextArrow" presStyleLbl="fgAccFollowNode1" presStyleIdx="5" presStyleCnt="7">
        <dgm:presLayoutVars>
          <dgm:bulletEnabled val="1"/>
        </dgm:presLayoutVars>
      </dgm:prSet>
      <dgm:spPr/>
    </dgm:pt>
    <dgm:pt modelId="{B00B12B0-E9CD-4906-B509-07406090231D}" type="pres">
      <dgm:prSet presAssocID="{E2DC1B3E-3AC6-4C77-86C9-26387C74DD31}" presName="childTextArrow" presStyleLbl="fgAccFollowNode1" presStyleIdx="6" presStyleCnt="7">
        <dgm:presLayoutVars>
          <dgm:bulletEnabled val="1"/>
        </dgm:presLayoutVars>
      </dgm:prSet>
      <dgm:spPr/>
    </dgm:pt>
    <dgm:pt modelId="{121EFD3B-2296-4DBB-A700-3F26F89B6573}" type="pres">
      <dgm:prSet presAssocID="{7AD14AAD-7509-40A1-90DB-F82F98EFB183}" presName="sp" presStyleCnt="0"/>
      <dgm:spPr/>
    </dgm:pt>
    <dgm:pt modelId="{59EEF280-17CC-4089-9CDD-F7307C65E862}" type="pres">
      <dgm:prSet presAssocID="{E3D7C693-DA66-4F0E-9B70-3FE167C1B992}" presName="arrowAndChildren" presStyleCnt="0"/>
      <dgm:spPr/>
    </dgm:pt>
    <dgm:pt modelId="{5FE11ADF-29D5-4E60-9FE8-08A34EE51148}" type="pres">
      <dgm:prSet presAssocID="{E3D7C693-DA66-4F0E-9B70-3FE167C1B992}" presName="parentTextArrow" presStyleLbl="node1" presStyleIdx="5" presStyleCnt="8"/>
      <dgm:spPr/>
    </dgm:pt>
    <dgm:pt modelId="{C6CD7DA4-DD95-471F-992F-5409A2C1A686}" type="pres">
      <dgm:prSet presAssocID="{F5D13E47-684B-4C87-9EF9-0714EA0C89F5}" presName="sp" presStyleCnt="0"/>
      <dgm:spPr/>
    </dgm:pt>
    <dgm:pt modelId="{B5BCF112-3AC2-4CBE-A8B5-E775618BDA84}" type="pres">
      <dgm:prSet presAssocID="{F4106503-FFB7-4416-B33D-4C527FEB5D6E}" presName="arrowAndChildren" presStyleCnt="0"/>
      <dgm:spPr/>
    </dgm:pt>
    <dgm:pt modelId="{D92DC98C-724C-4637-8395-2864CF414040}" type="pres">
      <dgm:prSet presAssocID="{F4106503-FFB7-4416-B33D-4C527FEB5D6E}" presName="parentTextArrow" presStyleLbl="node1" presStyleIdx="6" presStyleCnt="8"/>
      <dgm:spPr/>
    </dgm:pt>
    <dgm:pt modelId="{62EFBE72-102E-467B-B266-FF14EEF951CD}" type="pres">
      <dgm:prSet presAssocID="{30739620-17EA-4957-B369-62E1144447BE}" presName="sp" presStyleCnt="0"/>
      <dgm:spPr/>
    </dgm:pt>
    <dgm:pt modelId="{C6A2008A-89D5-4D19-9224-60D59D2E77F1}" type="pres">
      <dgm:prSet presAssocID="{824E0733-46E4-4336-B06A-A3BD79A84CEC}" presName="arrowAndChildren" presStyleCnt="0"/>
      <dgm:spPr/>
    </dgm:pt>
    <dgm:pt modelId="{D122E4B4-4AEF-4EB4-8B16-915A78F8EAEF}" type="pres">
      <dgm:prSet presAssocID="{824E0733-46E4-4336-B06A-A3BD79A84CEC}" presName="parentTextArrow" presStyleLbl="node1" presStyleIdx="7" presStyleCnt="8"/>
      <dgm:spPr/>
    </dgm:pt>
  </dgm:ptLst>
  <dgm:cxnLst>
    <dgm:cxn modelId="{0B396705-75A9-464F-ACB1-16416F1BC470}" srcId="{C4D66C94-42CC-4F1B-8AE3-69157A3CD964}" destId="{6D30A6C9-1CE4-448B-A703-C28EC55D9A12}" srcOrd="0" destOrd="0" parTransId="{551AE09E-180E-46F1-940E-A671E6A253A8}" sibTransId="{7B1EDC6D-E682-4E7E-8849-1D3ABB56C78D}"/>
    <dgm:cxn modelId="{DA3AC20F-EB12-4338-998D-30A302D78C64}" type="presOf" srcId="{C4D66C94-42CC-4F1B-8AE3-69157A3CD964}" destId="{0AB65D14-28FF-4567-A9B6-128F30F3C211}" srcOrd="0" destOrd="0" presId="urn:microsoft.com/office/officeart/2005/8/layout/process4"/>
    <dgm:cxn modelId="{BCA72D10-41AC-46DE-8972-0F07AECAA05A}" srcId="{B0D3161E-E8C3-4BB3-874A-ADBE3EFBD84A}" destId="{E7EADE00-19D2-4FC3-839D-680B3AEA4A00}" srcOrd="2" destOrd="0" parTransId="{D48F6C8C-BC77-46FA-A05B-1ECC77810A2E}" sibTransId="{1049B295-30BA-4C51-AC9D-3E7E7A29615B}"/>
    <dgm:cxn modelId="{6AC46716-EADD-4EDC-94A1-B185A917F2CD}" type="presOf" srcId="{F4106503-FFB7-4416-B33D-4C527FEB5D6E}" destId="{D92DC98C-724C-4637-8395-2864CF414040}" srcOrd="0" destOrd="0" presId="urn:microsoft.com/office/officeart/2005/8/layout/process4"/>
    <dgm:cxn modelId="{5CFC6F17-2178-4698-8EE3-0A2DE5E16BF3}" type="presOf" srcId="{4DA8047F-F90C-4E24-85C7-2ADD24E410B2}" destId="{35DEB4F1-19EB-4559-ABE4-6836598F1EFF}" srcOrd="0" destOrd="0" presId="urn:microsoft.com/office/officeart/2005/8/layout/process4"/>
    <dgm:cxn modelId="{9A0D471E-81BB-41C8-BBE9-A43F41323FE5}" type="presOf" srcId="{E3D7C693-DA66-4F0E-9B70-3FE167C1B992}" destId="{5FE11ADF-29D5-4E60-9FE8-08A34EE51148}" srcOrd="0" destOrd="0" presId="urn:microsoft.com/office/officeart/2005/8/layout/process4"/>
    <dgm:cxn modelId="{E01CC11E-3587-4216-8EED-0625A3845A84}" type="presOf" srcId="{824E0733-46E4-4336-B06A-A3BD79A84CEC}" destId="{D122E4B4-4AEF-4EB4-8B16-915A78F8EAEF}" srcOrd="0" destOrd="0" presId="urn:microsoft.com/office/officeart/2005/8/layout/process4"/>
    <dgm:cxn modelId="{701B2320-92BC-454D-B258-6D09B7380389}" type="presOf" srcId="{35340513-C5BA-4A7A-AFEA-4E56CF65997E}" destId="{2D4636C6-AE3D-4E0F-AEBA-A4F5405AEEB0}" srcOrd="0" destOrd="0" presId="urn:microsoft.com/office/officeart/2005/8/layout/process4"/>
    <dgm:cxn modelId="{3997672D-76B0-4796-805D-400912C77D63}" type="presOf" srcId="{C4D66C94-42CC-4F1B-8AE3-69157A3CD964}" destId="{C5A116CC-460A-4844-BC66-28317DA09C6C}" srcOrd="1" destOrd="0" presId="urn:microsoft.com/office/officeart/2005/8/layout/process4"/>
    <dgm:cxn modelId="{F8ECB22E-B619-43E1-86DC-976BCE18A575}" type="presOf" srcId="{91B7ABAE-B8DA-4C16-939B-BDA01865A07E}" destId="{593ACB99-901A-4D6D-8226-387176D380AE}" srcOrd="0" destOrd="0" presId="urn:microsoft.com/office/officeart/2005/8/layout/process4"/>
    <dgm:cxn modelId="{2949642F-3733-4D78-8878-B7E88F214119}" type="presOf" srcId="{DA01B3AF-C7D1-4678-A394-747C97DC9AB9}" destId="{F5D33CAD-E710-404A-A92F-2EF3CFF949B6}" srcOrd="0" destOrd="0" presId="urn:microsoft.com/office/officeart/2005/8/layout/process4"/>
    <dgm:cxn modelId="{6DAC9233-9E26-4B27-817E-9624F45547B6}" srcId="{EA209351-1FA5-45FC-A6D9-371FC14709D0}" destId="{B0D3161E-E8C3-4BB3-874A-ADBE3EFBD84A}" srcOrd="4" destOrd="0" parTransId="{702A9C68-D6DC-471E-BB79-5FCC6B67B0EE}" sibTransId="{5BE34260-BB26-4A1B-8D4B-A703893AB5E3}"/>
    <dgm:cxn modelId="{BFFB3238-B87E-4A30-AB8C-424B965B728D}" srcId="{EA209351-1FA5-45FC-A6D9-371FC14709D0}" destId="{824E0733-46E4-4336-B06A-A3BD79A84CEC}" srcOrd="0" destOrd="0" parTransId="{9CF29F06-4758-446C-84D2-AF24ED452B56}" sibTransId="{30739620-17EA-4957-B369-62E1144447BE}"/>
    <dgm:cxn modelId="{94D7FF5C-B5F5-4BAC-87A8-3A5FDC2DC6B0}" type="presOf" srcId="{17BB614D-7787-4C75-A2C3-C9C7813AA4CB}" destId="{14B4A31F-5A0E-4257-B7C9-221649E9462A}" srcOrd="0" destOrd="0" presId="urn:microsoft.com/office/officeart/2005/8/layout/process4"/>
    <dgm:cxn modelId="{584A8A5F-4EFD-4865-ABA9-A7088213CA3C}" srcId="{EA209351-1FA5-45FC-A6D9-371FC14709D0}" destId="{F4106503-FFB7-4416-B33D-4C527FEB5D6E}" srcOrd="1" destOrd="0" parTransId="{059744E2-E13E-4D73-B15B-6FDE9797BFE2}" sibTransId="{F5D13E47-684B-4C87-9EF9-0714EA0C89F5}"/>
    <dgm:cxn modelId="{0D4F986C-543E-4708-BEF0-B8DF3A76B934}" srcId="{EA209351-1FA5-45FC-A6D9-371FC14709D0}" destId="{17BB614D-7787-4C75-A2C3-C9C7813AA4CB}" srcOrd="7" destOrd="0" parTransId="{3ED7F436-87A5-4E0E-B963-DF0ED6FFC005}" sibTransId="{159A7A91-7912-4E76-BA41-549446E4B1CB}"/>
    <dgm:cxn modelId="{A9084751-85F1-4D16-82BB-6AA78DE499AE}" srcId="{C4D66C94-42CC-4F1B-8AE3-69157A3CD964}" destId="{E2DC1B3E-3AC6-4C77-86C9-26387C74DD31}" srcOrd="2" destOrd="0" parTransId="{E8C8D36F-6DFA-4FC3-A1DC-50E738C2CF9D}" sibTransId="{C037E14B-A3A9-4F7C-BE01-68EE5D6EC1B7}"/>
    <dgm:cxn modelId="{77764659-2190-4B87-9125-6F54612B66D1}" srcId="{EA209351-1FA5-45FC-A6D9-371FC14709D0}" destId="{C4D66C94-42CC-4F1B-8AE3-69157A3CD964}" srcOrd="3" destOrd="0" parTransId="{0D349293-3A38-44EB-BD8F-84054F2913CC}" sibTransId="{53BD2DDF-304D-41EB-9F4A-91D9C3FB7440}"/>
    <dgm:cxn modelId="{607DA559-64EB-4512-BC3F-EA8E4010E9EB}" srcId="{EA209351-1FA5-45FC-A6D9-371FC14709D0}" destId="{35340513-C5BA-4A7A-AFEA-4E56CF65997E}" srcOrd="5" destOrd="0" parTransId="{2D242086-5EA8-4CDD-9BF8-594503D20022}" sibTransId="{64EC2781-97AB-4559-B671-527E69845B09}"/>
    <dgm:cxn modelId="{3B037D86-F855-4AF7-9925-E3E327A9F1EE}" type="presOf" srcId="{D99249C8-346A-4B98-984E-B4CA870F2CC0}" destId="{1B1A04E0-8725-4E43-966F-A6EA38B55312}" srcOrd="0" destOrd="0" presId="urn:microsoft.com/office/officeart/2005/8/layout/process4"/>
    <dgm:cxn modelId="{8040D889-4E62-4D21-BC8B-2297BF74F9DD}" type="presOf" srcId="{E2DC1B3E-3AC6-4C77-86C9-26387C74DD31}" destId="{B00B12B0-E9CD-4906-B509-07406090231D}" srcOrd="0" destOrd="0" presId="urn:microsoft.com/office/officeart/2005/8/layout/process4"/>
    <dgm:cxn modelId="{FB71BA8F-77A4-45B7-8C5D-F6FD232756C7}" type="presOf" srcId="{B0D3161E-E8C3-4BB3-874A-ADBE3EFBD84A}" destId="{3EA550FA-D198-4F11-B25C-9A31F0C90DE4}" srcOrd="0" destOrd="0" presId="urn:microsoft.com/office/officeart/2005/8/layout/process4"/>
    <dgm:cxn modelId="{DC239491-945F-4E99-A499-DEB2876C96EE}" srcId="{EA209351-1FA5-45FC-A6D9-371FC14709D0}" destId="{E3D7C693-DA66-4F0E-9B70-3FE167C1B992}" srcOrd="2" destOrd="0" parTransId="{4D9B1C80-CA86-4C3D-AC1B-2AB3C425596B}" sibTransId="{7AD14AAD-7509-40A1-90DB-F82F98EFB183}"/>
    <dgm:cxn modelId="{375931AB-4240-48C5-85EC-09E384A3AFD6}" type="presOf" srcId="{B0D3161E-E8C3-4BB3-874A-ADBE3EFBD84A}" destId="{BD88D2E6-DAE9-4955-9E0B-A1C92388C21C}" srcOrd="1" destOrd="0" presId="urn:microsoft.com/office/officeart/2005/8/layout/process4"/>
    <dgm:cxn modelId="{56F74BB5-16ED-4498-AB06-72EFA2668A89}" srcId="{B0D3161E-E8C3-4BB3-874A-ADBE3EFBD84A}" destId="{D99249C8-346A-4B98-984E-B4CA870F2CC0}" srcOrd="3" destOrd="0" parTransId="{B0AB0321-6C0B-4A6E-BBF1-17DFD5F3E274}" sibTransId="{8743C09B-CB24-4E38-9F0E-D22EBC9F53AE}"/>
    <dgm:cxn modelId="{770571BE-4AD4-4662-8BD0-E0DEEEEEF736}" srcId="{B0D3161E-E8C3-4BB3-874A-ADBE3EFBD84A}" destId="{4DA8047F-F90C-4E24-85C7-2ADD24E410B2}" srcOrd="0" destOrd="0" parTransId="{4CBA0F46-3A07-406F-942F-031C32D1457B}" sibTransId="{B5592E22-DC09-4B66-B2A3-24ECE466F84B}"/>
    <dgm:cxn modelId="{F74A31C7-B13A-4EFC-82A8-9456EF726378}" type="presOf" srcId="{6D30A6C9-1CE4-448B-A703-C28EC55D9A12}" destId="{A2637E95-3A0A-47E9-87B6-6A2355322615}" srcOrd="0" destOrd="0" presId="urn:microsoft.com/office/officeart/2005/8/layout/process4"/>
    <dgm:cxn modelId="{9C1890D0-CCE0-4E32-B873-C6A38A224C79}" srcId="{B0D3161E-E8C3-4BB3-874A-ADBE3EFBD84A}" destId="{91B7ABAE-B8DA-4C16-939B-BDA01865A07E}" srcOrd="1" destOrd="0" parTransId="{62F58D96-4BDC-4036-B09E-8096944F7979}" sibTransId="{31C5F598-48AE-4A3A-BB48-131F45CB04D3}"/>
    <dgm:cxn modelId="{5F10ADD8-4DF3-4019-8009-0567E85C7238}" srcId="{C4D66C94-42CC-4F1B-8AE3-69157A3CD964}" destId="{DA01B3AF-C7D1-4678-A394-747C97DC9AB9}" srcOrd="1" destOrd="0" parTransId="{D07D51C7-053D-42EE-8B0A-058EE5697578}" sibTransId="{F964B836-32EA-4F59-B36A-D823D7D83305}"/>
    <dgm:cxn modelId="{A0297BDA-7F95-47BF-A60F-AB182B268C68}" type="presOf" srcId="{EA209351-1FA5-45FC-A6D9-371FC14709D0}" destId="{797FED42-957B-42E7-88C1-7E7749AA5163}" srcOrd="0" destOrd="0" presId="urn:microsoft.com/office/officeart/2005/8/layout/process4"/>
    <dgm:cxn modelId="{886409F0-92B4-4661-B7AC-C81BCC563C7F}" srcId="{EA209351-1FA5-45FC-A6D9-371FC14709D0}" destId="{0A014329-BD44-4667-9CC9-A0E54A6B6009}" srcOrd="6" destOrd="0" parTransId="{67E495E3-9A22-4377-BF1E-CD215AFF29AF}" sibTransId="{F2E990CC-369D-4028-BBBD-DC62C74A7472}"/>
    <dgm:cxn modelId="{4D0F63F1-1388-460A-92E1-77EE1B701EA2}" type="presOf" srcId="{0A014329-BD44-4667-9CC9-A0E54A6B6009}" destId="{04907C7C-2F79-4711-B11F-9F0952CF34F7}" srcOrd="0" destOrd="0" presId="urn:microsoft.com/office/officeart/2005/8/layout/process4"/>
    <dgm:cxn modelId="{B86415FE-6CF2-42D8-A004-B592F67F1427}" type="presOf" srcId="{E7EADE00-19D2-4FC3-839D-680B3AEA4A00}" destId="{7C85AA4B-BEB0-4178-8899-7FBCFAEBF076}" srcOrd="0" destOrd="0" presId="urn:microsoft.com/office/officeart/2005/8/layout/process4"/>
    <dgm:cxn modelId="{4036D2FF-1E3D-4CBC-823A-784FBB43AF5B}" type="presParOf" srcId="{797FED42-957B-42E7-88C1-7E7749AA5163}" destId="{0C4D4E8E-0ADD-47FC-A78D-98C02A5F3DD8}" srcOrd="0" destOrd="0" presId="urn:microsoft.com/office/officeart/2005/8/layout/process4"/>
    <dgm:cxn modelId="{31CE6383-5E1B-4FAB-86A1-88B7BDAF2A2A}" type="presParOf" srcId="{0C4D4E8E-0ADD-47FC-A78D-98C02A5F3DD8}" destId="{14B4A31F-5A0E-4257-B7C9-221649E9462A}" srcOrd="0" destOrd="0" presId="urn:microsoft.com/office/officeart/2005/8/layout/process4"/>
    <dgm:cxn modelId="{C8633144-A6C7-4CA4-8160-05A9AF5D2007}" type="presParOf" srcId="{797FED42-957B-42E7-88C1-7E7749AA5163}" destId="{4FEB7AD2-80C6-43EA-8239-CD777DB50FED}" srcOrd="1" destOrd="0" presId="urn:microsoft.com/office/officeart/2005/8/layout/process4"/>
    <dgm:cxn modelId="{CD890C3F-E3E2-4D3A-BB65-7C2E4A1D22CA}" type="presParOf" srcId="{797FED42-957B-42E7-88C1-7E7749AA5163}" destId="{454FE5E8-CF48-4F22-81CE-74FD1973C4DC}" srcOrd="2" destOrd="0" presId="urn:microsoft.com/office/officeart/2005/8/layout/process4"/>
    <dgm:cxn modelId="{27AF0CEF-8B48-49DB-8A2A-D2027EC6DECD}" type="presParOf" srcId="{454FE5E8-CF48-4F22-81CE-74FD1973C4DC}" destId="{04907C7C-2F79-4711-B11F-9F0952CF34F7}" srcOrd="0" destOrd="0" presId="urn:microsoft.com/office/officeart/2005/8/layout/process4"/>
    <dgm:cxn modelId="{FD5D4653-CE91-4014-8C92-2D96FDCDA03B}" type="presParOf" srcId="{797FED42-957B-42E7-88C1-7E7749AA5163}" destId="{B7CDE56A-5EB8-48B4-B89A-8D148A51710A}" srcOrd="3" destOrd="0" presId="urn:microsoft.com/office/officeart/2005/8/layout/process4"/>
    <dgm:cxn modelId="{D0F7A2CE-C878-4DD2-AA2D-F4A46610193C}" type="presParOf" srcId="{797FED42-957B-42E7-88C1-7E7749AA5163}" destId="{728E0410-295C-4F38-83D6-C535FBD3939C}" srcOrd="4" destOrd="0" presId="urn:microsoft.com/office/officeart/2005/8/layout/process4"/>
    <dgm:cxn modelId="{1D79426B-EB6B-499E-A312-99235576AFB7}" type="presParOf" srcId="{728E0410-295C-4F38-83D6-C535FBD3939C}" destId="{2D4636C6-AE3D-4E0F-AEBA-A4F5405AEEB0}" srcOrd="0" destOrd="0" presId="urn:microsoft.com/office/officeart/2005/8/layout/process4"/>
    <dgm:cxn modelId="{672D69C7-DDD4-4120-980F-1EB7D0BA1172}" type="presParOf" srcId="{797FED42-957B-42E7-88C1-7E7749AA5163}" destId="{EFECDD83-5190-4E54-B2BF-47A241CA2D55}" srcOrd="5" destOrd="0" presId="urn:microsoft.com/office/officeart/2005/8/layout/process4"/>
    <dgm:cxn modelId="{07B97F42-F49E-4C13-B6E7-E770A1B8E154}" type="presParOf" srcId="{797FED42-957B-42E7-88C1-7E7749AA5163}" destId="{B4B4DF7B-EBE2-4B57-9738-656D1FE6CF9B}" srcOrd="6" destOrd="0" presId="urn:microsoft.com/office/officeart/2005/8/layout/process4"/>
    <dgm:cxn modelId="{883E4DD5-16C1-4462-B9AA-455AA2369BA7}" type="presParOf" srcId="{B4B4DF7B-EBE2-4B57-9738-656D1FE6CF9B}" destId="{3EA550FA-D198-4F11-B25C-9A31F0C90DE4}" srcOrd="0" destOrd="0" presId="urn:microsoft.com/office/officeart/2005/8/layout/process4"/>
    <dgm:cxn modelId="{976FFD58-80F0-44D1-88DE-2F5935AB66C0}" type="presParOf" srcId="{B4B4DF7B-EBE2-4B57-9738-656D1FE6CF9B}" destId="{BD88D2E6-DAE9-4955-9E0B-A1C92388C21C}" srcOrd="1" destOrd="0" presId="urn:microsoft.com/office/officeart/2005/8/layout/process4"/>
    <dgm:cxn modelId="{C5109A61-F9B2-4C3F-9705-08366E626EFA}" type="presParOf" srcId="{B4B4DF7B-EBE2-4B57-9738-656D1FE6CF9B}" destId="{63C24352-9530-412E-871A-C0E2DB07D857}" srcOrd="2" destOrd="0" presId="urn:microsoft.com/office/officeart/2005/8/layout/process4"/>
    <dgm:cxn modelId="{C2F8AF1D-459E-4280-AC96-4F2B5677926C}" type="presParOf" srcId="{63C24352-9530-412E-871A-C0E2DB07D857}" destId="{35DEB4F1-19EB-4559-ABE4-6836598F1EFF}" srcOrd="0" destOrd="0" presId="urn:microsoft.com/office/officeart/2005/8/layout/process4"/>
    <dgm:cxn modelId="{DE26F12D-8265-4968-B275-246A6BCC8E99}" type="presParOf" srcId="{63C24352-9530-412E-871A-C0E2DB07D857}" destId="{593ACB99-901A-4D6D-8226-387176D380AE}" srcOrd="1" destOrd="0" presId="urn:microsoft.com/office/officeart/2005/8/layout/process4"/>
    <dgm:cxn modelId="{FB8C5F6F-B947-4AE4-9483-24FF0496A8FB}" type="presParOf" srcId="{63C24352-9530-412E-871A-C0E2DB07D857}" destId="{7C85AA4B-BEB0-4178-8899-7FBCFAEBF076}" srcOrd="2" destOrd="0" presId="urn:microsoft.com/office/officeart/2005/8/layout/process4"/>
    <dgm:cxn modelId="{4B7F018D-AD75-436B-9343-8CEA04ADEF73}" type="presParOf" srcId="{63C24352-9530-412E-871A-C0E2DB07D857}" destId="{1B1A04E0-8725-4E43-966F-A6EA38B55312}" srcOrd="3" destOrd="0" presId="urn:microsoft.com/office/officeart/2005/8/layout/process4"/>
    <dgm:cxn modelId="{B055294C-E90D-48A6-B425-48D200B862BA}" type="presParOf" srcId="{797FED42-957B-42E7-88C1-7E7749AA5163}" destId="{B4A3955E-63C9-4E9F-AAC4-918C736B4F8D}" srcOrd="7" destOrd="0" presId="urn:microsoft.com/office/officeart/2005/8/layout/process4"/>
    <dgm:cxn modelId="{FD52C86F-343B-450F-BC1A-5D1F16B0C859}" type="presParOf" srcId="{797FED42-957B-42E7-88C1-7E7749AA5163}" destId="{9F464D52-186F-4555-A0F3-87AD0D4965E7}" srcOrd="8" destOrd="0" presId="urn:microsoft.com/office/officeart/2005/8/layout/process4"/>
    <dgm:cxn modelId="{A2057976-CE99-412C-BD52-16AC0B5EC186}" type="presParOf" srcId="{9F464D52-186F-4555-A0F3-87AD0D4965E7}" destId="{0AB65D14-28FF-4567-A9B6-128F30F3C211}" srcOrd="0" destOrd="0" presId="urn:microsoft.com/office/officeart/2005/8/layout/process4"/>
    <dgm:cxn modelId="{274784A6-26AA-4970-BD25-91593A4AFEC2}" type="presParOf" srcId="{9F464D52-186F-4555-A0F3-87AD0D4965E7}" destId="{C5A116CC-460A-4844-BC66-28317DA09C6C}" srcOrd="1" destOrd="0" presId="urn:microsoft.com/office/officeart/2005/8/layout/process4"/>
    <dgm:cxn modelId="{52992EFB-6142-4D36-A5F7-3CC5BD20F437}" type="presParOf" srcId="{9F464D52-186F-4555-A0F3-87AD0D4965E7}" destId="{79DBC008-62C0-4E0A-9B3F-00351BBD8898}" srcOrd="2" destOrd="0" presId="urn:microsoft.com/office/officeart/2005/8/layout/process4"/>
    <dgm:cxn modelId="{4F36CD6C-A610-47C5-90FF-DE45A253EE63}" type="presParOf" srcId="{79DBC008-62C0-4E0A-9B3F-00351BBD8898}" destId="{A2637E95-3A0A-47E9-87B6-6A2355322615}" srcOrd="0" destOrd="0" presId="urn:microsoft.com/office/officeart/2005/8/layout/process4"/>
    <dgm:cxn modelId="{1D1CB231-FAC8-4645-93BA-A60C4423596E}" type="presParOf" srcId="{79DBC008-62C0-4E0A-9B3F-00351BBD8898}" destId="{F5D33CAD-E710-404A-A92F-2EF3CFF949B6}" srcOrd="1" destOrd="0" presId="urn:microsoft.com/office/officeart/2005/8/layout/process4"/>
    <dgm:cxn modelId="{33F35B74-3136-41F2-9B42-5C147A649551}" type="presParOf" srcId="{79DBC008-62C0-4E0A-9B3F-00351BBD8898}" destId="{B00B12B0-E9CD-4906-B509-07406090231D}" srcOrd="2" destOrd="0" presId="urn:microsoft.com/office/officeart/2005/8/layout/process4"/>
    <dgm:cxn modelId="{93F35515-4A4A-442E-952B-3B66EADB3D1E}" type="presParOf" srcId="{797FED42-957B-42E7-88C1-7E7749AA5163}" destId="{121EFD3B-2296-4DBB-A700-3F26F89B6573}" srcOrd="9" destOrd="0" presId="urn:microsoft.com/office/officeart/2005/8/layout/process4"/>
    <dgm:cxn modelId="{29D73DAC-D5AD-4F75-9986-2DAD08E688F3}" type="presParOf" srcId="{797FED42-957B-42E7-88C1-7E7749AA5163}" destId="{59EEF280-17CC-4089-9CDD-F7307C65E862}" srcOrd="10" destOrd="0" presId="urn:microsoft.com/office/officeart/2005/8/layout/process4"/>
    <dgm:cxn modelId="{54E603E2-19C6-4B0C-94D8-3C59E026D6A8}" type="presParOf" srcId="{59EEF280-17CC-4089-9CDD-F7307C65E862}" destId="{5FE11ADF-29D5-4E60-9FE8-08A34EE51148}" srcOrd="0" destOrd="0" presId="urn:microsoft.com/office/officeart/2005/8/layout/process4"/>
    <dgm:cxn modelId="{F3C4BF82-1FCB-4D11-9A4C-BF15FCC2EFA7}" type="presParOf" srcId="{797FED42-957B-42E7-88C1-7E7749AA5163}" destId="{C6CD7DA4-DD95-471F-992F-5409A2C1A686}" srcOrd="11" destOrd="0" presId="urn:microsoft.com/office/officeart/2005/8/layout/process4"/>
    <dgm:cxn modelId="{DB4743FD-0EFF-4619-A73F-741F265A581E}" type="presParOf" srcId="{797FED42-957B-42E7-88C1-7E7749AA5163}" destId="{B5BCF112-3AC2-4CBE-A8B5-E775618BDA84}" srcOrd="12" destOrd="0" presId="urn:microsoft.com/office/officeart/2005/8/layout/process4"/>
    <dgm:cxn modelId="{5BF3FDB5-B591-4A0B-B537-D75D609B6A91}" type="presParOf" srcId="{B5BCF112-3AC2-4CBE-A8B5-E775618BDA84}" destId="{D92DC98C-724C-4637-8395-2864CF414040}" srcOrd="0" destOrd="0" presId="urn:microsoft.com/office/officeart/2005/8/layout/process4"/>
    <dgm:cxn modelId="{2B830514-636F-49F1-87D2-FD32C0FF345F}" type="presParOf" srcId="{797FED42-957B-42E7-88C1-7E7749AA5163}" destId="{62EFBE72-102E-467B-B266-FF14EEF951CD}" srcOrd="13" destOrd="0" presId="urn:microsoft.com/office/officeart/2005/8/layout/process4"/>
    <dgm:cxn modelId="{F8A538CA-8676-44FC-9098-E0AA44FE350A}" type="presParOf" srcId="{797FED42-957B-42E7-88C1-7E7749AA5163}" destId="{C6A2008A-89D5-4D19-9224-60D59D2E77F1}" srcOrd="14" destOrd="0" presId="urn:microsoft.com/office/officeart/2005/8/layout/process4"/>
    <dgm:cxn modelId="{61296C2B-BFAA-42FB-A94D-811F6A0F134C}" type="presParOf" srcId="{C6A2008A-89D5-4D19-9224-60D59D2E77F1}" destId="{D122E4B4-4AEF-4EB4-8B16-915A78F8EAE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FE071B-C18E-4205-A746-4E97013A94DF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A8EB65C-B2B1-48DC-8D3C-3045ED3BCCB0}">
      <dgm:prSet phldrT="[Text]"/>
      <dgm:spPr/>
      <dgm:t>
        <a:bodyPr/>
        <a:lstStyle/>
        <a:p>
          <a:r>
            <a:rPr lang="en-US" dirty="0" err="1"/>
            <a:t>Ribuan</a:t>
          </a:r>
          <a:r>
            <a:rPr lang="en-US" dirty="0"/>
            <a:t> File .json </a:t>
          </a:r>
        </a:p>
      </dgm:t>
    </dgm:pt>
    <dgm:pt modelId="{2D70E79E-FE43-4D7D-A791-AD0220A766BA}" type="parTrans" cxnId="{22E82E78-7C99-41B5-B30B-30285E47336C}">
      <dgm:prSet/>
      <dgm:spPr/>
      <dgm:t>
        <a:bodyPr/>
        <a:lstStyle/>
        <a:p>
          <a:endParaRPr lang="en-US"/>
        </a:p>
      </dgm:t>
    </dgm:pt>
    <dgm:pt modelId="{20CC8D2F-522C-4A9D-A90F-68ED595454E2}" type="sibTrans" cxnId="{22E82E78-7C99-41B5-B30B-30285E47336C}">
      <dgm:prSet/>
      <dgm:spPr/>
      <dgm:t>
        <a:bodyPr/>
        <a:lstStyle/>
        <a:p>
          <a:endParaRPr lang="en-US"/>
        </a:p>
      </dgm:t>
    </dgm:pt>
    <dgm:pt modelId="{A66412E9-DB68-4332-ACF5-EF9CDCB03A93}">
      <dgm:prSet phldrT="[Text]"/>
      <dgm:spPr/>
      <dgm:t>
        <a:bodyPr/>
        <a:lstStyle/>
        <a:p>
          <a:r>
            <a:rPr lang="en-US" dirty="0" err="1"/>
            <a:t>Pilih</a:t>
          </a:r>
          <a:r>
            <a:rPr lang="en-US" dirty="0"/>
            <a:t> 5000 File </a:t>
          </a:r>
          <a:r>
            <a:rPr lang="en-US" dirty="0" err="1"/>
            <a:t>untuk</a:t>
          </a:r>
          <a:r>
            <a:rPr lang="en-US" dirty="0"/>
            <a:t> </a:t>
          </a:r>
          <a:r>
            <a:rPr lang="en-US" dirty="0" err="1"/>
            <a:t>tiap</a:t>
          </a:r>
          <a:r>
            <a:rPr lang="en-US" dirty="0"/>
            <a:t> Dev , Train, dan Test</a:t>
          </a:r>
        </a:p>
      </dgm:t>
    </dgm:pt>
    <dgm:pt modelId="{935CCA1B-5F78-4BB7-86FE-F5D74B9DCF61}" type="parTrans" cxnId="{F28B8110-6216-4421-A41F-EAB5F7AAF6A9}">
      <dgm:prSet/>
      <dgm:spPr/>
      <dgm:t>
        <a:bodyPr/>
        <a:lstStyle/>
        <a:p>
          <a:endParaRPr lang="en-US"/>
        </a:p>
      </dgm:t>
    </dgm:pt>
    <dgm:pt modelId="{EA47F32C-7CDE-4B9F-9465-4AB2B4491897}" type="sibTrans" cxnId="{F28B8110-6216-4421-A41F-EAB5F7AAF6A9}">
      <dgm:prSet/>
      <dgm:spPr/>
      <dgm:t>
        <a:bodyPr/>
        <a:lstStyle/>
        <a:p>
          <a:endParaRPr lang="en-US"/>
        </a:p>
      </dgm:t>
    </dgm:pt>
    <dgm:pt modelId="{8182549C-FF4A-4DC6-B69D-B58FF2EE1A8E}">
      <dgm:prSet phldrT="[Text]"/>
      <dgm:spPr/>
      <dgm:t>
        <a:bodyPr/>
        <a:lstStyle/>
        <a:p>
          <a:r>
            <a:rPr lang="en-US" dirty="0" err="1"/>
            <a:t>Menggunakan</a:t>
          </a:r>
          <a:r>
            <a:rPr lang="en-US" dirty="0"/>
            <a:t> Teknik Random</a:t>
          </a:r>
        </a:p>
      </dgm:t>
    </dgm:pt>
    <dgm:pt modelId="{A5707593-977A-4D24-8A54-67B2CEE66ED9}" type="parTrans" cxnId="{C81BC0D5-4404-4628-9FEA-8D4375750D8C}">
      <dgm:prSet/>
      <dgm:spPr/>
      <dgm:t>
        <a:bodyPr/>
        <a:lstStyle/>
        <a:p>
          <a:endParaRPr lang="en-US"/>
        </a:p>
      </dgm:t>
    </dgm:pt>
    <dgm:pt modelId="{52C87948-267E-4F2A-AD64-71F224C1E638}" type="sibTrans" cxnId="{C81BC0D5-4404-4628-9FEA-8D4375750D8C}">
      <dgm:prSet/>
      <dgm:spPr/>
      <dgm:t>
        <a:bodyPr/>
        <a:lstStyle/>
        <a:p>
          <a:endParaRPr lang="en-US"/>
        </a:p>
      </dgm:t>
    </dgm:pt>
    <dgm:pt modelId="{6DD7DBF5-B9BB-4758-8D96-B52B97D6C5DE}" type="pres">
      <dgm:prSet presAssocID="{61FE071B-C18E-4205-A746-4E97013A94DF}" presName="outerComposite" presStyleCnt="0">
        <dgm:presLayoutVars>
          <dgm:chMax val="5"/>
          <dgm:dir/>
          <dgm:resizeHandles val="exact"/>
        </dgm:presLayoutVars>
      </dgm:prSet>
      <dgm:spPr/>
    </dgm:pt>
    <dgm:pt modelId="{BFE16B2D-918B-4EAE-B79C-582FBFD7823F}" type="pres">
      <dgm:prSet presAssocID="{61FE071B-C18E-4205-A746-4E97013A94DF}" presName="dummyMaxCanvas" presStyleCnt="0">
        <dgm:presLayoutVars/>
      </dgm:prSet>
      <dgm:spPr/>
    </dgm:pt>
    <dgm:pt modelId="{EF34D0E1-118B-4FA2-B82E-78B759EF014F}" type="pres">
      <dgm:prSet presAssocID="{61FE071B-C18E-4205-A746-4E97013A94DF}" presName="ThreeNodes_1" presStyleLbl="node1" presStyleIdx="0" presStyleCnt="3" custLinFactNeighborX="-3875" custLinFactNeighborY="-31674">
        <dgm:presLayoutVars>
          <dgm:bulletEnabled val="1"/>
        </dgm:presLayoutVars>
      </dgm:prSet>
      <dgm:spPr/>
    </dgm:pt>
    <dgm:pt modelId="{F74817E9-B95B-4458-8091-72AB6C9605E5}" type="pres">
      <dgm:prSet presAssocID="{61FE071B-C18E-4205-A746-4E97013A94DF}" presName="ThreeNodes_2" presStyleLbl="node1" presStyleIdx="1" presStyleCnt="3">
        <dgm:presLayoutVars>
          <dgm:bulletEnabled val="1"/>
        </dgm:presLayoutVars>
      </dgm:prSet>
      <dgm:spPr/>
    </dgm:pt>
    <dgm:pt modelId="{3F9D8B61-4E59-4B49-97E1-060BD2BC7FEB}" type="pres">
      <dgm:prSet presAssocID="{61FE071B-C18E-4205-A746-4E97013A94DF}" presName="ThreeNodes_3" presStyleLbl="node1" presStyleIdx="2" presStyleCnt="3">
        <dgm:presLayoutVars>
          <dgm:bulletEnabled val="1"/>
        </dgm:presLayoutVars>
      </dgm:prSet>
      <dgm:spPr/>
    </dgm:pt>
    <dgm:pt modelId="{5D7DC2B3-359E-4DCD-BC39-735AE17EAD62}" type="pres">
      <dgm:prSet presAssocID="{61FE071B-C18E-4205-A746-4E97013A94DF}" presName="ThreeConn_1-2" presStyleLbl="fgAccFollowNode1" presStyleIdx="0" presStyleCnt="2">
        <dgm:presLayoutVars>
          <dgm:bulletEnabled val="1"/>
        </dgm:presLayoutVars>
      </dgm:prSet>
      <dgm:spPr/>
    </dgm:pt>
    <dgm:pt modelId="{C3446EDC-0438-4350-8429-C3C7F711A164}" type="pres">
      <dgm:prSet presAssocID="{61FE071B-C18E-4205-A746-4E97013A94DF}" presName="ThreeConn_2-3" presStyleLbl="fgAccFollowNode1" presStyleIdx="1" presStyleCnt="2">
        <dgm:presLayoutVars>
          <dgm:bulletEnabled val="1"/>
        </dgm:presLayoutVars>
      </dgm:prSet>
      <dgm:spPr/>
    </dgm:pt>
    <dgm:pt modelId="{451FD149-4235-438F-B535-FBBB89F96FF8}" type="pres">
      <dgm:prSet presAssocID="{61FE071B-C18E-4205-A746-4E97013A94DF}" presName="ThreeNodes_1_text" presStyleLbl="node1" presStyleIdx="2" presStyleCnt="3">
        <dgm:presLayoutVars>
          <dgm:bulletEnabled val="1"/>
        </dgm:presLayoutVars>
      </dgm:prSet>
      <dgm:spPr/>
    </dgm:pt>
    <dgm:pt modelId="{A9EF6579-A94B-443F-968A-218CBDEF7814}" type="pres">
      <dgm:prSet presAssocID="{61FE071B-C18E-4205-A746-4E97013A94DF}" presName="ThreeNodes_2_text" presStyleLbl="node1" presStyleIdx="2" presStyleCnt="3">
        <dgm:presLayoutVars>
          <dgm:bulletEnabled val="1"/>
        </dgm:presLayoutVars>
      </dgm:prSet>
      <dgm:spPr/>
    </dgm:pt>
    <dgm:pt modelId="{99D2713B-D608-4EDE-99E1-EB7D2A90D30A}" type="pres">
      <dgm:prSet presAssocID="{61FE071B-C18E-4205-A746-4E97013A94D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AAF530C-1CB8-46E0-AC57-AF29D1A9C0E8}" type="presOf" srcId="{8182549C-FF4A-4DC6-B69D-B58FF2EE1A8E}" destId="{3F9D8B61-4E59-4B49-97E1-060BD2BC7FEB}" srcOrd="0" destOrd="0" presId="urn:microsoft.com/office/officeart/2005/8/layout/vProcess5"/>
    <dgm:cxn modelId="{2FD3FF0E-57FE-4EB2-93E4-41A46063D3B8}" type="presOf" srcId="{20CC8D2F-522C-4A9D-A90F-68ED595454E2}" destId="{5D7DC2B3-359E-4DCD-BC39-735AE17EAD62}" srcOrd="0" destOrd="0" presId="urn:microsoft.com/office/officeart/2005/8/layout/vProcess5"/>
    <dgm:cxn modelId="{F28B8110-6216-4421-A41F-EAB5F7AAF6A9}" srcId="{61FE071B-C18E-4205-A746-4E97013A94DF}" destId="{A66412E9-DB68-4332-ACF5-EF9CDCB03A93}" srcOrd="1" destOrd="0" parTransId="{935CCA1B-5F78-4BB7-86FE-F5D74B9DCF61}" sibTransId="{EA47F32C-7CDE-4B9F-9465-4AB2B4491897}"/>
    <dgm:cxn modelId="{C2607025-4337-4BEB-9620-EA9288A16FFB}" type="presOf" srcId="{61FE071B-C18E-4205-A746-4E97013A94DF}" destId="{6DD7DBF5-B9BB-4758-8D96-B52B97D6C5DE}" srcOrd="0" destOrd="0" presId="urn:microsoft.com/office/officeart/2005/8/layout/vProcess5"/>
    <dgm:cxn modelId="{412C8249-E728-4DD9-AB6C-B5ABB5771C39}" type="presOf" srcId="{1A8EB65C-B2B1-48DC-8D3C-3045ED3BCCB0}" destId="{EF34D0E1-118B-4FA2-B82E-78B759EF014F}" srcOrd="0" destOrd="0" presId="urn:microsoft.com/office/officeart/2005/8/layout/vProcess5"/>
    <dgm:cxn modelId="{22E82E78-7C99-41B5-B30B-30285E47336C}" srcId="{61FE071B-C18E-4205-A746-4E97013A94DF}" destId="{1A8EB65C-B2B1-48DC-8D3C-3045ED3BCCB0}" srcOrd="0" destOrd="0" parTransId="{2D70E79E-FE43-4D7D-A791-AD0220A766BA}" sibTransId="{20CC8D2F-522C-4A9D-A90F-68ED595454E2}"/>
    <dgm:cxn modelId="{45435B7F-3A7D-4620-A023-FD3161221E92}" type="presOf" srcId="{A66412E9-DB68-4332-ACF5-EF9CDCB03A93}" destId="{F74817E9-B95B-4458-8091-72AB6C9605E5}" srcOrd="0" destOrd="0" presId="urn:microsoft.com/office/officeart/2005/8/layout/vProcess5"/>
    <dgm:cxn modelId="{D4842CD1-0991-47D4-A8E6-7D1D96918300}" type="presOf" srcId="{8182549C-FF4A-4DC6-B69D-B58FF2EE1A8E}" destId="{99D2713B-D608-4EDE-99E1-EB7D2A90D30A}" srcOrd="1" destOrd="0" presId="urn:microsoft.com/office/officeart/2005/8/layout/vProcess5"/>
    <dgm:cxn modelId="{C81BC0D5-4404-4628-9FEA-8D4375750D8C}" srcId="{61FE071B-C18E-4205-A746-4E97013A94DF}" destId="{8182549C-FF4A-4DC6-B69D-B58FF2EE1A8E}" srcOrd="2" destOrd="0" parTransId="{A5707593-977A-4D24-8A54-67B2CEE66ED9}" sibTransId="{52C87948-267E-4F2A-AD64-71F224C1E638}"/>
    <dgm:cxn modelId="{23CF66DF-DD9F-4073-99EF-5870684779BA}" type="presOf" srcId="{A66412E9-DB68-4332-ACF5-EF9CDCB03A93}" destId="{A9EF6579-A94B-443F-968A-218CBDEF7814}" srcOrd="1" destOrd="0" presId="urn:microsoft.com/office/officeart/2005/8/layout/vProcess5"/>
    <dgm:cxn modelId="{496B9DDF-BB73-4999-A690-01A7F66F824A}" type="presOf" srcId="{1A8EB65C-B2B1-48DC-8D3C-3045ED3BCCB0}" destId="{451FD149-4235-438F-B535-FBBB89F96FF8}" srcOrd="1" destOrd="0" presId="urn:microsoft.com/office/officeart/2005/8/layout/vProcess5"/>
    <dgm:cxn modelId="{72A37BED-CA40-450F-AD81-7511BBC8258F}" type="presOf" srcId="{EA47F32C-7CDE-4B9F-9465-4AB2B4491897}" destId="{C3446EDC-0438-4350-8429-C3C7F711A164}" srcOrd="0" destOrd="0" presId="urn:microsoft.com/office/officeart/2005/8/layout/vProcess5"/>
    <dgm:cxn modelId="{42D7D981-99D0-4F15-8A73-BBBCDE1ABF45}" type="presParOf" srcId="{6DD7DBF5-B9BB-4758-8D96-B52B97D6C5DE}" destId="{BFE16B2D-918B-4EAE-B79C-582FBFD7823F}" srcOrd="0" destOrd="0" presId="urn:microsoft.com/office/officeart/2005/8/layout/vProcess5"/>
    <dgm:cxn modelId="{B10B1B3F-DB2E-45B8-B4E2-317FC16A17AE}" type="presParOf" srcId="{6DD7DBF5-B9BB-4758-8D96-B52B97D6C5DE}" destId="{EF34D0E1-118B-4FA2-B82E-78B759EF014F}" srcOrd="1" destOrd="0" presId="urn:microsoft.com/office/officeart/2005/8/layout/vProcess5"/>
    <dgm:cxn modelId="{26823AEB-C68C-44AE-92B7-524D415A4135}" type="presParOf" srcId="{6DD7DBF5-B9BB-4758-8D96-B52B97D6C5DE}" destId="{F74817E9-B95B-4458-8091-72AB6C9605E5}" srcOrd="2" destOrd="0" presId="urn:microsoft.com/office/officeart/2005/8/layout/vProcess5"/>
    <dgm:cxn modelId="{26098294-0F9B-40B0-81ED-735E38A72F9D}" type="presParOf" srcId="{6DD7DBF5-B9BB-4758-8D96-B52B97D6C5DE}" destId="{3F9D8B61-4E59-4B49-97E1-060BD2BC7FEB}" srcOrd="3" destOrd="0" presId="urn:microsoft.com/office/officeart/2005/8/layout/vProcess5"/>
    <dgm:cxn modelId="{C8AA806F-6BD6-4E4F-8359-99AC387EEEE4}" type="presParOf" srcId="{6DD7DBF5-B9BB-4758-8D96-B52B97D6C5DE}" destId="{5D7DC2B3-359E-4DCD-BC39-735AE17EAD62}" srcOrd="4" destOrd="0" presId="urn:microsoft.com/office/officeart/2005/8/layout/vProcess5"/>
    <dgm:cxn modelId="{3878BA73-430C-4210-BE0E-C8301615DE5E}" type="presParOf" srcId="{6DD7DBF5-B9BB-4758-8D96-B52B97D6C5DE}" destId="{C3446EDC-0438-4350-8429-C3C7F711A164}" srcOrd="5" destOrd="0" presId="urn:microsoft.com/office/officeart/2005/8/layout/vProcess5"/>
    <dgm:cxn modelId="{5DC70AE5-1545-48EC-8726-DCD9519DED34}" type="presParOf" srcId="{6DD7DBF5-B9BB-4758-8D96-B52B97D6C5DE}" destId="{451FD149-4235-438F-B535-FBBB89F96FF8}" srcOrd="6" destOrd="0" presId="urn:microsoft.com/office/officeart/2005/8/layout/vProcess5"/>
    <dgm:cxn modelId="{E4716FD5-4B5B-438D-AB50-7D894BD43F9C}" type="presParOf" srcId="{6DD7DBF5-B9BB-4758-8D96-B52B97D6C5DE}" destId="{A9EF6579-A94B-443F-968A-218CBDEF7814}" srcOrd="7" destOrd="0" presId="urn:microsoft.com/office/officeart/2005/8/layout/vProcess5"/>
    <dgm:cxn modelId="{04D0CDD0-5FD1-4E42-8D3A-01CCA3A4197E}" type="presParOf" srcId="{6DD7DBF5-B9BB-4758-8D96-B52B97D6C5DE}" destId="{99D2713B-D608-4EDE-99E1-EB7D2A90D30A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FE071B-C18E-4205-A746-4E97013A94DF}" type="doc">
      <dgm:prSet loTypeId="urn:microsoft.com/office/officeart/2005/8/layout/vProcess5" loCatId="process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US"/>
        </a:p>
      </dgm:t>
    </dgm:pt>
    <dgm:pt modelId="{1A8EB65C-B2B1-48DC-8D3C-3045ED3BCCB0}">
      <dgm:prSet phldrT="[Text]"/>
      <dgm:spPr/>
      <dgm:t>
        <a:bodyPr/>
        <a:lstStyle/>
        <a:p>
          <a:r>
            <a:rPr lang="en-US" dirty="0"/>
            <a:t>Dataset </a:t>
          </a:r>
          <a:r>
            <a:rPr lang="en-US" dirty="0" err="1"/>
            <a:t>masih</a:t>
          </a:r>
          <a:r>
            <a:rPr lang="en-US" dirty="0"/>
            <a:t> format token </a:t>
          </a:r>
        </a:p>
      </dgm:t>
    </dgm:pt>
    <dgm:pt modelId="{2D70E79E-FE43-4D7D-A791-AD0220A766BA}" type="parTrans" cxnId="{22E82E78-7C99-41B5-B30B-30285E47336C}">
      <dgm:prSet/>
      <dgm:spPr/>
      <dgm:t>
        <a:bodyPr/>
        <a:lstStyle/>
        <a:p>
          <a:endParaRPr lang="en-US"/>
        </a:p>
      </dgm:t>
    </dgm:pt>
    <dgm:pt modelId="{20CC8D2F-522C-4A9D-A90F-68ED595454E2}" type="sibTrans" cxnId="{22E82E78-7C99-41B5-B30B-30285E47336C}">
      <dgm:prSet/>
      <dgm:spPr/>
      <dgm:t>
        <a:bodyPr/>
        <a:lstStyle/>
        <a:p>
          <a:endParaRPr lang="en-US"/>
        </a:p>
      </dgm:t>
    </dgm:pt>
    <dgm:pt modelId="{A66412E9-DB68-4332-ACF5-EF9CDCB03A93}">
      <dgm:prSet phldrT="[Text]"/>
      <dgm:spPr/>
      <dgm:t>
        <a:bodyPr/>
        <a:lstStyle/>
        <a:p>
          <a:r>
            <a:rPr lang="en-US" dirty="0" err="1"/>
            <a:t>Ubah</a:t>
          </a:r>
          <a:r>
            <a:rPr lang="en-US" dirty="0"/>
            <a:t> </a:t>
          </a:r>
          <a:r>
            <a:rPr lang="en-US" dirty="0" err="1"/>
            <a:t>Menjadi</a:t>
          </a:r>
          <a:r>
            <a:rPr lang="en-US" dirty="0"/>
            <a:t> text normal</a:t>
          </a:r>
        </a:p>
      </dgm:t>
    </dgm:pt>
    <dgm:pt modelId="{935CCA1B-5F78-4BB7-86FE-F5D74B9DCF61}" type="parTrans" cxnId="{F28B8110-6216-4421-A41F-EAB5F7AAF6A9}">
      <dgm:prSet/>
      <dgm:spPr/>
      <dgm:t>
        <a:bodyPr/>
        <a:lstStyle/>
        <a:p>
          <a:endParaRPr lang="en-US"/>
        </a:p>
      </dgm:t>
    </dgm:pt>
    <dgm:pt modelId="{EA47F32C-7CDE-4B9F-9465-4AB2B4491897}" type="sibTrans" cxnId="{F28B8110-6216-4421-A41F-EAB5F7AAF6A9}">
      <dgm:prSet/>
      <dgm:spPr/>
      <dgm:t>
        <a:bodyPr/>
        <a:lstStyle/>
        <a:p>
          <a:endParaRPr lang="en-US"/>
        </a:p>
      </dgm:t>
    </dgm:pt>
    <dgm:pt modelId="{8182549C-FF4A-4DC6-B69D-B58FF2EE1A8E}">
      <dgm:prSet phldrT="[Text]"/>
      <dgm:spPr/>
      <dgm:t>
        <a:bodyPr/>
        <a:lstStyle/>
        <a:p>
          <a:r>
            <a:rPr lang="en-US" dirty="0" err="1"/>
            <a:t>Hanya</a:t>
          </a:r>
          <a:r>
            <a:rPr lang="en-US" dirty="0"/>
            <a:t> </a:t>
          </a:r>
          <a:r>
            <a:rPr lang="en-US" dirty="0" err="1"/>
            <a:t>ambil</a:t>
          </a:r>
          <a:r>
            <a:rPr lang="en-US" dirty="0"/>
            <a:t> </a:t>
          </a:r>
          <a:r>
            <a:rPr lang="en-US" b="0" dirty="0" err="1"/>
            <a:t>clean_article</a:t>
          </a:r>
          <a:r>
            <a:rPr lang="en-US" b="0" dirty="0"/>
            <a:t>, </a:t>
          </a:r>
          <a:r>
            <a:rPr lang="en-US" b="0" dirty="0" err="1"/>
            <a:t>clean_summary</a:t>
          </a:r>
          <a:r>
            <a:rPr lang="en-US" b="0" dirty="0"/>
            <a:t>, dan </a:t>
          </a:r>
          <a:r>
            <a:rPr lang="en-US" b="0" dirty="0" err="1"/>
            <a:t>extractive_summary</a:t>
          </a:r>
          <a:endParaRPr lang="en-US" dirty="0"/>
        </a:p>
      </dgm:t>
    </dgm:pt>
    <dgm:pt modelId="{A5707593-977A-4D24-8A54-67B2CEE66ED9}" type="parTrans" cxnId="{C81BC0D5-4404-4628-9FEA-8D4375750D8C}">
      <dgm:prSet/>
      <dgm:spPr/>
      <dgm:t>
        <a:bodyPr/>
        <a:lstStyle/>
        <a:p>
          <a:endParaRPr lang="en-US"/>
        </a:p>
      </dgm:t>
    </dgm:pt>
    <dgm:pt modelId="{52C87948-267E-4F2A-AD64-71F224C1E638}" type="sibTrans" cxnId="{C81BC0D5-4404-4628-9FEA-8D4375750D8C}">
      <dgm:prSet/>
      <dgm:spPr/>
      <dgm:t>
        <a:bodyPr/>
        <a:lstStyle/>
        <a:p>
          <a:endParaRPr lang="en-US"/>
        </a:p>
      </dgm:t>
    </dgm:pt>
    <dgm:pt modelId="{6DD7DBF5-B9BB-4758-8D96-B52B97D6C5DE}" type="pres">
      <dgm:prSet presAssocID="{61FE071B-C18E-4205-A746-4E97013A94DF}" presName="outerComposite" presStyleCnt="0">
        <dgm:presLayoutVars>
          <dgm:chMax val="5"/>
          <dgm:dir/>
          <dgm:resizeHandles val="exact"/>
        </dgm:presLayoutVars>
      </dgm:prSet>
      <dgm:spPr/>
    </dgm:pt>
    <dgm:pt modelId="{BFE16B2D-918B-4EAE-B79C-582FBFD7823F}" type="pres">
      <dgm:prSet presAssocID="{61FE071B-C18E-4205-A746-4E97013A94DF}" presName="dummyMaxCanvas" presStyleCnt="0">
        <dgm:presLayoutVars/>
      </dgm:prSet>
      <dgm:spPr/>
    </dgm:pt>
    <dgm:pt modelId="{EF34D0E1-118B-4FA2-B82E-78B759EF014F}" type="pres">
      <dgm:prSet presAssocID="{61FE071B-C18E-4205-A746-4E97013A94DF}" presName="ThreeNodes_1" presStyleLbl="node1" presStyleIdx="0" presStyleCnt="3" custLinFactNeighborX="-3875" custLinFactNeighborY="-31674">
        <dgm:presLayoutVars>
          <dgm:bulletEnabled val="1"/>
        </dgm:presLayoutVars>
      </dgm:prSet>
      <dgm:spPr/>
    </dgm:pt>
    <dgm:pt modelId="{F74817E9-B95B-4458-8091-72AB6C9605E5}" type="pres">
      <dgm:prSet presAssocID="{61FE071B-C18E-4205-A746-4E97013A94DF}" presName="ThreeNodes_2" presStyleLbl="node1" presStyleIdx="1" presStyleCnt="3">
        <dgm:presLayoutVars>
          <dgm:bulletEnabled val="1"/>
        </dgm:presLayoutVars>
      </dgm:prSet>
      <dgm:spPr/>
    </dgm:pt>
    <dgm:pt modelId="{3F9D8B61-4E59-4B49-97E1-060BD2BC7FEB}" type="pres">
      <dgm:prSet presAssocID="{61FE071B-C18E-4205-A746-4E97013A94DF}" presName="ThreeNodes_3" presStyleLbl="node1" presStyleIdx="2" presStyleCnt="3">
        <dgm:presLayoutVars>
          <dgm:bulletEnabled val="1"/>
        </dgm:presLayoutVars>
      </dgm:prSet>
      <dgm:spPr/>
    </dgm:pt>
    <dgm:pt modelId="{5D7DC2B3-359E-4DCD-BC39-735AE17EAD62}" type="pres">
      <dgm:prSet presAssocID="{61FE071B-C18E-4205-A746-4E97013A94DF}" presName="ThreeConn_1-2" presStyleLbl="fgAccFollowNode1" presStyleIdx="0" presStyleCnt="2">
        <dgm:presLayoutVars>
          <dgm:bulletEnabled val="1"/>
        </dgm:presLayoutVars>
      </dgm:prSet>
      <dgm:spPr/>
    </dgm:pt>
    <dgm:pt modelId="{C3446EDC-0438-4350-8429-C3C7F711A164}" type="pres">
      <dgm:prSet presAssocID="{61FE071B-C18E-4205-A746-4E97013A94DF}" presName="ThreeConn_2-3" presStyleLbl="fgAccFollowNode1" presStyleIdx="1" presStyleCnt="2">
        <dgm:presLayoutVars>
          <dgm:bulletEnabled val="1"/>
        </dgm:presLayoutVars>
      </dgm:prSet>
      <dgm:spPr/>
    </dgm:pt>
    <dgm:pt modelId="{451FD149-4235-438F-B535-FBBB89F96FF8}" type="pres">
      <dgm:prSet presAssocID="{61FE071B-C18E-4205-A746-4E97013A94DF}" presName="ThreeNodes_1_text" presStyleLbl="node1" presStyleIdx="2" presStyleCnt="3">
        <dgm:presLayoutVars>
          <dgm:bulletEnabled val="1"/>
        </dgm:presLayoutVars>
      </dgm:prSet>
      <dgm:spPr/>
    </dgm:pt>
    <dgm:pt modelId="{A9EF6579-A94B-443F-968A-218CBDEF7814}" type="pres">
      <dgm:prSet presAssocID="{61FE071B-C18E-4205-A746-4E97013A94DF}" presName="ThreeNodes_2_text" presStyleLbl="node1" presStyleIdx="2" presStyleCnt="3">
        <dgm:presLayoutVars>
          <dgm:bulletEnabled val="1"/>
        </dgm:presLayoutVars>
      </dgm:prSet>
      <dgm:spPr/>
    </dgm:pt>
    <dgm:pt modelId="{99D2713B-D608-4EDE-99E1-EB7D2A90D30A}" type="pres">
      <dgm:prSet presAssocID="{61FE071B-C18E-4205-A746-4E97013A94D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AAF530C-1CB8-46E0-AC57-AF29D1A9C0E8}" type="presOf" srcId="{8182549C-FF4A-4DC6-B69D-B58FF2EE1A8E}" destId="{3F9D8B61-4E59-4B49-97E1-060BD2BC7FEB}" srcOrd="0" destOrd="0" presId="urn:microsoft.com/office/officeart/2005/8/layout/vProcess5"/>
    <dgm:cxn modelId="{2FD3FF0E-57FE-4EB2-93E4-41A46063D3B8}" type="presOf" srcId="{20CC8D2F-522C-4A9D-A90F-68ED595454E2}" destId="{5D7DC2B3-359E-4DCD-BC39-735AE17EAD62}" srcOrd="0" destOrd="0" presId="urn:microsoft.com/office/officeart/2005/8/layout/vProcess5"/>
    <dgm:cxn modelId="{F28B8110-6216-4421-A41F-EAB5F7AAF6A9}" srcId="{61FE071B-C18E-4205-A746-4E97013A94DF}" destId="{A66412E9-DB68-4332-ACF5-EF9CDCB03A93}" srcOrd="1" destOrd="0" parTransId="{935CCA1B-5F78-4BB7-86FE-F5D74B9DCF61}" sibTransId="{EA47F32C-7CDE-4B9F-9465-4AB2B4491897}"/>
    <dgm:cxn modelId="{C2607025-4337-4BEB-9620-EA9288A16FFB}" type="presOf" srcId="{61FE071B-C18E-4205-A746-4E97013A94DF}" destId="{6DD7DBF5-B9BB-4758-8D96-B52B97D6C5DE}" srcOrd="0" destOrd="0" presId="urn:microsoft.com/office/officeart/2005/8/layout/vProcess5"/>
    <dgm:cxn modelId="{412C8249-E728-4DD9-AB6C-B5ABB5771C39}" type="presOf" srcId="{1A8EB65C-B2B1-48DC-8D3C-3045ED3BCCB0}" destId="{EF34D0E1-118B-4FA2-B82E-78B759EF014F}" srcOrd="0" destOrd="0" presId="urn:microsoft.com/office/officeart/2005/8/layout/vProcess5"/>
    <dgm:cxn modelId="{22E82E78-7C99-41B5-B30B-30285E47336C}" srcId="{61FE071B-C18E-4205-A746-4E97013A94DF}" destId="{1A8EB65C-B2B1-48DC-8D3C-3045ED3BCCB0}" srcOrd="0" destOrd="0" parTransId="{2D70E79E-FE43-4D7D-A791-AD0220A766BA}" sibTransId="{20CC8D2F-522C-4A9D-A90F-68ED595454E2}"/>
    <dgm:cxn modelId="{45435B7F-3A7D-4620-A023-FD3161221E92}" type="presOf" srcId="{A66412E9-DB68-4332-ACF5-EF9CDCB03A93}" destId="{F74817E9-B95B-4458-8091-72AB6C9605E5}" srcOrd="0" destOrd="0" presId="urn:microsoft.com/office/officeart/2005/8/layout/vProcess5"/>
    <dgm:cxn modelId="{D4842CD1-0991-47D4-A8E6-7D1D96918300}" type="presOf" srcId="{8182549C-FF4A-4DC6-B69D-B58FF2EE1A8E}" destId="{99D2713B-D608-4EDE-99E1-EB7D2A90D30A}" srcOrd="1" destOrd="0" presId="urn:microsoft.com/office/officeart/2005/8/layout/vProcess5"/>
    <dgm:cxn modelId="{C81BC0D5-4404-4628-9FEA-8D4375750D8C}" srcId="{61FE071B-C18E-4205-A746-4E97013A94DF}" destId="{8182549C-FF4A-4DC6-B69D-B58FF2EE1A8E}" srcOrd="2" destOrd="0" parTransId="{A5707593-977A-4D24-8A54-67B2CEE66ED9}" sibTransId="{52C87948-267E-4F2A-AD64-71F224C1E638}"/>
    <dgm:cxn modelId="{23CF66DF-DD9F-4073-99EF-5870684779BA}" type="presOf" srcId="{A66412E9-DB68-4332-ACF5-EF9CDCB03A93}" destId="{A9EF6579-A94B-443F-968A-218CBDEF7814}" srcOrd="1" destOrd="0" presId="urn:microsoft.com/office/officeart/2005/8/layout/vProcess5"/>
    <dgm:cxn modelId="{496B9DDF-BB73-4999-A690-01A7F66F824A}" type="presOf" srcId="{1A8EB65C-B2B1-48DC-8D3C-3045ED3BCCB0}" destId="{451FD149-4235-438F-B535-FBBB89F96FF8}" srcOrd="1" destOrd="0" presId="urn:microsoft.com/office/officeart/2005/8/layout/vProcess5"/>
    <dgm:cxn modelId="{72A37BED-CA40-450F-AD81-7511BBC8258F}" type="presOf" srcId="{EA47F32C-7CDE-4B9F-9465-4AB2B4491897}" destId="{C3446EDC-0438-4350-8429-C3C7F711A164}" srcOrd="0" destOrd="0" presId="urn:microsoft.com/office/officeart/2005/8/layout/vProcess5"/>
    <dgm:cxn modelId="{42D7D981-99D0-4F15-8A73-BBBCDE1ABF45}" type="presParOf" srcId="{6DD7DBF5-B9BB-4758-8D96-B52B97D6C5DE}" destId="{BFE16B2D-918B-4EAE-B79C-582FBFD7823F}" srcOrd="0" destOrd="0" presId="urn:microsoft.com/office/officeart/2005/8/layout/vProcess5"/>
    <dgm:cxn modelId="{B10B1B3F-DB2E-45B8-B4E2-317FC16A17AE}" type="presParOf" srcId="{6DD7DBF5-B9BB-4758-8D96-B52B97D6C5DE}" destId="{EF34D0E1-118B-4FA2-B82E-78B759EF014F}" srcOrd="1" destOrd="0" presId="urn:microsoft.com/office/officeart/2005/8/layout/vProcess5"/>
    <dgm:cxn modelId="{26823AEB-C68C-44AE-92B7-524D415A4135}" type="presParOf" srcId="{6DD7DBF5-B9BB-4758-8D96-B52B97D6C5DE}" destId="{F74817E9-B95B-4458-8091-72AB6C9605E5}" srcOrd="2" destOrd="0" presId="urn:microsoft.com/office/officeart/2005/8/layout/vProcess5"/>
    <dgm:cxn modelId="{26098294-0F9B-40B0-81ED-735E38A72F9D}" type="presParOf" srcId="{6DD7DBF5-B9BB-4758-8D96-B52B97D6C5DE}" destId="{3F9D8B61-4E59-4B49-97E1-060BD2BC7FEB}" srcOrd="3" destOrd="0" presId="urn:microsoft.com/office/officeart/2005/8/layout/vProcess5"/>
    <dgm:cxn modelId="{C8AA806F-6BD6-4E4F-8359-99AC387EEEE4}" type="presParOf" srcId="{6DD7DBF5-B9BB-4758-8D96-B52B97D6C5DE}" destId="{5D7DC2B3-359E-4DCD-BC39-735AE17EAD62}" srcOrd="4" destOrd="0" presId="urn:microsoft.com/office/officeart/2005/8/layout/vProcess5"/>
    <dgm:cxn modelId="{3878BA73-430C-4210-BE0E-C8301615DE5E}" type="presParOf" srcId="{6DD7DBF5-B9BB-4758-8D96-B52B97D6C5DE}" destId="{C3446EDC-0438-4350-8429-C3C7F711A164}" srcOrd="5" destOrd="0" presId="urn:microsoft.com/office/officeart/2005/8/layout/vProcess5"/>
    <dgm:cxn modelId="{5DC70AE5-1545-48EC-8726-DCD9519DED34}" type="presParOf" srcId="{6DD7DBF5-B9BB-4758-8D96-B52B97D6C5DE}" destId="{451FD149-4235-438F-B535-FBBB89F96FF8}" srcOrd="6" destOrd="0" presId="urn:microsoft.com/office/officeart/2005/8/layout/vProcess5"/>
    <dgm:cxn modelId="{E4716FD5-4B5B-438D-AB50-7D894BD43F9C}" type="presParOf" srcId="{6DD7DBF5-B9BB-4758-8D96-B52B97D6C5DE}" destId="{A9EF6579-A94B-443F-968A-218CBDEF7814}" srcOrd="7" destOrd="0" presId="urn:microsoft.com/office/officeart/2005/8/layout/vProcess5"/>
    <dgm:cxn modelId="{04D0CDD0-5FD1-4E42-8D3A-01CCA3A4197E}" type="presParOf" srcId="{6DD7DBF5-B9BB-4758-8D96-B52B97D6C5DE}" destId="{99D2713B-D608-4EDE-99E1-EB7D2A90D30A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5DD6AF7-1FC5-492B-A989-C6C2B21708C1}" type="doc">
      <dgm:prSet loTypeId="urn:microsoft.com/office/officeart/2005/8/layout/process1" loCatId="process" qsTypeId="urn:microsoft.com/office/officeart/2005/8/quickstyle/simple1" qsCatId="simple" csTypeId="urn:microsoft.com/office/officeart/2005/8/colors/accent0_3" csCatId="mainScheme" phldr="1"/>
      <dgm:spPr/>
    </dgm:pt>
    <dgm:pt modelId="{5E76C999-A63F-4CD0-872E-0507861386DF}">
      <dgm:prSet phldrT="[Text]"/>
      <dgm:spPr/>
      <dgm:t>
        <a:bodyPr/>
        <a:lstStyle/>
        <a:p>
          <a:r>
            <a:rPr lang="en-US" dirty="0"/>
            <a:t>Lower Case</a:t>
          </a:r>
        </a:p>
      </dgm:t>
    </dgm:pt>
    <dgm:pt modelId="{4A3C07AD-206A-49C0-9ACA-D03610D45A31}" type="parTrans" cxnId="{CBFB4945-089A-47CE-8E78-1A3DB494480A}">
      <dgm:prSet/>
      <dgm:spPr/>
      <dgm:t>
        <a:bodyPr/>
        <a:lstStyle/>
        <a:p>
          <a:endParaRPr lang="en-US"/>
        </a:p>
      </dgm:t>
    </dgm:pt>
    <dgm:pt modelId="{C61FA007-293D-4BFC-8886-22BF14BB742F}" type="sibTrans" cxnId="{CBFB4945-089A-47CE-8E78-1A3DB494480A}">
      <dgm:prSet/>
      <dgm:spPr/>
      <dgm:t>
        <a:bodyPr/>
        <a:lstStyle/>
        <a:p>
          <a:endParaRPr lang="en-US"/>
        </a:p>
      </dgm:t>
    </dgm:pt>
    <dgm:pt modelId="{6BCA92D6-6F69-4B48-A32E-22D047EFA004}">
      <dgm:prSet phldrT="[Text]"/>
      <dgm:spPr/>
      <dgm:t>
        <a:bodyPr/>
        <a:lstStyle/>
        <a:p>
          <a:r>
            <a:rPr lang="en-US" dirty="0"/>
            <a:t>Remove Header</a:t>
          </a:r>
        </a:p>
      </dgm:t>
    </dgm:pt>
    <dgm:pt modelId="{C525A9AD-2545-453D-BA5F-F46B9BEBBC31}" type="parTrans" cxnId="{F291B009-034D-4D9B-8270-B57285D67FF1}">
      <dgm:prSet/>
      <dgm:spPr/>
      <dgm:t>
        <a:bodyPr/>
        <a:lstStyle/>
        <a:p>
          <a:endParaRPr lang="en-US"/>
        </a:p>
      </dgm:t>
    </dgm:pt>
    <dgm:pt modelId="{254AAE60-D7F4-444C-A7A3-EACE53CCE4AE}" type="sibTrans" cxnId="{F291B009-034D-4D9B-8270-B57285D67FF1}">
      <dgm:prSet/>
      <dgm:spPr/>
      <dgm:t>
        <a:bodyPr/>
        <a:lstStyle/>
        <a:p>
          <a:endParaRPr lang="en-US"/>
        </a:p>
      </dgm:t>
    </dgm:pt>
    <dgm:pt modelId="{DDA60E66-B0C5-4D85-BBF9-191851325148}">
      <dgm:prSet phldrT="[Text]"/>
      <dgm:spPr/>
      <dgm:t>
        <a:bodyPr/>
        <a:lstStyle/>
        <a:p>
          <a:r>
            <a:rPr lang="en-US" dirty="0"/>
            <a:t>Remove Baca</a:t>
          </a:r>
        </a:p>
      </dgm:t>
    </dgm:pt>
    <dgm:pt modelId="{38AEC0A0-F344-4C64-9A30-1C6D7A3A0AC1}" type="parTrans" cxnId="{51D05F96-73D9-4C63-AFBA-66199757120F}">
      <dgm:prSet/>
      <dgm:spPr/>
      <dgm:t>
        <a:bodyPr/>
        <a:lstStyle/>
        <a:p>
          <a:endParaRPr lang="en-US"/>
        </a:p>
      </dgm:t>
    </dgm:pt>
    <dgm:pt modelId="{0B8BEBF5-44EC-4491-9143-FAD9BA523FA9}" type="sibTrans" cxnId="{51D05F96-73D9-4C63-AFBA-66199757120F}">
      <dgm:prSet/>
      <dgm:spPr/>
      <dgm:t>
        <a:bodyPr/>
        <a:lstStyle/>
        <a:p>
          <a:endParaRPr lang="en-US"/>
        </a:p>
      </dgm:t>
    </dgm:pt>
    <dgm:pt modelId="{FB6DE7C7-2A3D-4C85-8AB9-CEDEAD252C8A}">
      <dgm:prSet phldrT="[Text]"/>
      <dgm:spPr/>
      <dgm:t>
        <a:bodyPr/>
        <a:lstStyle/>
        <a:p>
          <a:r>
            <a:rPr lang="en-US" dirty="0" err="1"/>
            <a:t>Functuation</a:t>
          </a:r>
          <a:endParaRPr lang="en-US" dirty="0"/>
        </a:p>
      </dgm:t>
    </dgm:pt>
    <dgm:pt modelId="{49A434D1-A8F0-4663-B8E1-244C99BD3659}" type="parTrans" cxnId="{7CA37750-DE44-4FDA-9D46-311BFFDC5279}">
      <dgm:prSet/>
      <dgm:spPr/>
      <dgm:t>
        <a:bodyPr/>
        <a:lstStyle/>
        <a:p>
          <a:endParaRPr lang="en-US"/>
        </a:p>
      </dgm:t>
    </dgm:pt>
    <dgm:pt modelId="{1F1C11B3-8E2E-4D91-B41D-9B4DCB9E5BE4}" type="sibTrans" cxnId="{7CA37750-DE44-4FDA-9D46-311BFFDC5279}">
      <dgm:prSet/>
      <dgm:spPr/>
      <dgm:t>
        <a:bodyPr/>
        <a:lstStyle/>
        <a:p>
          <a:endParaRPr lang="en-US"/>
        </a:p>
      </dgm:t>
    </dgm:pt>
    <dgm:pt modelId="{18242536-9D3B-4011-8517-68F9B8B1E2A1}">
      <dgm:prSet phldrT="[Text]"/>
      <dgm:spPr/>
      <dgm:t>
        <a:bodyPr/>
        <a:lstStyle/>
        <a:p>
          <a:r>
            <a:rPr lang="en-US" dirty="0" err="1"/>
            <a:t>Stopword</a:t>
          </a:r>
          <a:r>
            <a:rPr lang="en-US" dirty="0"/>
            <a:t> Remover</a:t>
          </a:r>
        </a:p>
      </dgm:t>
    </dgm:pt>
    <dgm:pt modelId="{F02488C7-36ED-4B7B-9339-3BCB77E5F188}" type="parTrans" cxnId="{89F44129-4902-4A97-AA29-5DF170EB4F68}">
      <dgm:prSet/>
      <dgm:spPr/>
      <dgm:t>
        <a:bodyPr/>
        <a:lstStyle/>
        <a:p>
          <a:endParaRPr lang="en-US"/>
        </a:p>
      </dgm:t>
    </dgm:pt>
    <dgm:pt modelId="{DB8AC9F1-4957-422E-A382-3E1BCA5DF9D0}" type="sibTrans" cxnId="{89F44129-4902-4A97-AA29-5DF170EB4F68}">
      <dgm:prSet/>
      <dgm:spPr/>
      <dgm:t>
        <a:bodyPr/>
        <a:lstStyle/>
        <a:p>
          <a:endParaRPr lang="en-US"/>
        </a:p>
      </dgm:t>
    </dgm:pt>
    <dgm:pt modelId="{EA38050D-68B2-48B9-B194-DE40AE014A14}">
      <dgm:prSet phldrT="[Text]"/>
      <dgm:spPr/>
      <dgm:t>
        <a:bodyPr/>
        <a:lstStyle/>
        <a:p>
          <a:r>
            <a:rPr lang="en-US" dirty="0" err="1"/>
            <a:t>Liputan</a:t>
          </a:r>
          <a:r>
            <a:rPr lang="en-US" dirty="0"/>
            <a:t> 6, &lt;Nama Kota&gt;</a:t>
          </a:r>
        </a:p>
      </dgm:t>
    </dgm:pt>
    <dgm:pt modelId="{1119D43A-E1DA-4DCE-AF42-AB773863B259}" type="parTrans" cxnId="{C6A6D0A1-E5AF-4213-BD5A-745B08750C95}">
      <dgm:prSet/>
      <dgm:spPr/>
      <dgm:t>
        <a:bodyPr/>
        <a:lstStyle/>
        <a:p>
          <a:endParaRPr lang="en-US"/>
        </a:p>
      </dgm:t>
    </dgm:pt>
    <dgm:pt modelId="{C563662C-B987-4ABC-BADA-C64FE38EF682}" type="sibTrans" cxnId="{C6A6D0A1-E5AF-4213-BD5A-745B08750C95}">
      <dgm:prSet/>
      <dgm:spPr/>
      <dgm:t>
        <a:bodyPr/>
        <a:lstStyle/>
        <a:p>
          <a:endParaRPr lang="en-US"/>
        </a:p>
      </dgm:t>
    </dgm:pt>
    <dgm:pt modelId="{B1BA2746-44E6-4688-AEA5-4407F65DEFFD}">
      <dgm:prSet phldrT="[Text]"/>
      <dgm:spPr/>
      <dgm:t>
        <a:bodyPr/>
        <a:lstStyle/>
        <a:p>
          <a:r>
            <a:rPr lang="en-US" dirty="0"/>
            <a:t>[Baca : ………..]</a:t>
          </a:r>
        </a:p>
      </dgm:t>
    </dgm:pt>
    <dgm:pt modelId="{CB70461B-74C6-4E10-B56A-165AA83309C3}" type="parTrans" cxnId="{91FC6498-F065-4AF3-B663-7768CA1BCD9D}">
      <dgm:prSet/>
      <dgm:spPr/>
      <dgm:t>
        <a:bodyPr/>
        <a:lstStyle/>
        <a:p>
          <a:endParaRPr lang="en-US"/>
        </a:p>
      </dgm:t>
    </dgm:pt>
    <dgm:pt modelId="{E94906CF-9C0A-4538-B758-8C52E19D3253}" type="sibTrans" cxnId="{91FC6498-F065-4AF3-B663-7768CA1BCD9D}">
      <dgm:prSet/>
      <dgm:spPr/>
      <dgm:t>
        <a:bodyPr/>
        <a:lstStyle/>
        <a:p>
          <a:endParaRPr lang="en-US"/>
        </a:p>
      </dgm:t>
    </dgm:pt>
    <dgm:pt modelId="{1681512F-2472-4342-A486-9F8A884502EC}" type="pres">
      <dgm:prSet presAssocID="{35DD6AF7-1FC5-492B-A989-C6C2B21708C1}" presName="Name0" presStyleCnt="0">
        <dgm:presLayoutVars>
          <dgm:dir/>
          <dgm:resizeHandles val="exact"/>
        </dgm:presLayoutVars>
      </dgm:prSet>
      <dgm:spPr/>
    </dgm:pt>
    <dgm:pt modelId="{974930C0-9271-49CA-BD4B-6604C70D1BC3}" type="pres">
      <dgm:prSet presAssocID="{5E76C999-A63F-4CD0-872E-0507861386DF}" presName="node" presStyleLbl="node1" presStyleIdx="0" presStyleCnt="5">
        <dgm:presLayoutVars>
          <dgm:bulletEnabled val="1"/>
        </dgm:presLayoutVars>
      </dgm:prSet>
      <dgm:spPr/>
    </dgm:pt>
    <dgm:pt modelId="{723A3F17-1F8D-4288-BEC7-3465F52AF8F4}" type="pres">
      <dgm:prSet presAssocID="{C61FA007-293D-4BFC-8886-22BF14BB742F}" presName="sibTrans" presStyleLbl="sibTrans2D1" presStyleIdx="0" presStyleCnt="4"/>
      <dgm:spPr/>
    </dgm:pt>
    <dgm:pt modelId="{0009C9C9-D81A-4315-B280-7CC87909CB16}" type="pres">
      <dgm:prSet presAssocID="{C61FA007-293D-4BFC-8886-22BF14BB742F}" presName="connectorText" presStyleLbl="sibTrans2D1" presStyleIdx="0" presStyleCnt="4"/>
      <dgm:spPr/>
    </dgm:pt>
    <dgm:pt modelId="{5B9C8903-A97F-4ED3-BF0D-6380C1BF2000}" type="pres">
      <dgm:prSet presAssocID="{FB6DE7C7-2A3D-4C85-8AB9-CEDEAD252C8A}" presName="node" presStyleLbl="node1" presStyleIdx="1" presStyleCnt="5">
        <dgm:presLayoutVars>
          <dgm:bulletEnabled val="1"/>
        </dgm:presLayoutVars>
      </dgm:prSet>
      <dgm:spPr/>
    </dgm:pt>
    <dgm:pt modelId="{8DEB66F0-7409-4EE6-AFAD-FBDA43469121}" type="pres">
      <dgm:prSet presAssocID="{1F1C11B3-8E2E-4D91-B41D-9B4DCB9E5BE4}" presName="sibTrans" presStyleLbl="sibTrans2D1" presStyleIdx="1" presStyleCnt="4"/>
      <dgm:spPr/>
    </dgm:pt>
    <dgm:pt modelId="{15B94D5E-3B74-4D3A-A5A0-6E148006D4FB}" type="pres">
      <dgm:prSet presAssocID="{1F1C11B3-8E2E-4D91-B41D-9B4DCB9E5BE4}" presName="connectorText" presStyleLbl="sibTrans2D1" presStyleIdx="1" presStyleCnt="4"/>
      <dgm:spPr/>
    </dgm:pt>
    <dgm:pt modelId="{2C0EE99F-2AB4-4652-BEF3-62384BE8F1D6}" type="pres">
      <dgm:prSet presAssocID="{18242536-9D3B-4011-8517-68F9B8B1E2A1}" presName="node" presStyleLbl="node1" presStyleIdx="2" presStyleCnt="5">
        <dgm:presLayoutVars>
          <dgm:bulletEnabled val="1"/>
        </dgm:presLayoutVars>
      </dgm:prSet>
      <dgm:spPr/>
    </dgm:pt>
    <dgm:pt modelId="{81EAEE0E-34D2-4740-BD2F-63EEB8480DBC}" type="pres">
      <dgm:prSet presAssocID="{DB8AC9F1-4957-422E-A382-3E1BCA5DF9D0}" presName="sibTrans" presStyleLbl="sibTrans2D1" presStyleIdx="2" presStyleCnt="4"/>
      <dgm:spPr/>
    </dgm:pt>
    <dgm:pt modelId="{D617C451-6D31-471A-AF11-2CEBA3E074A0}" type="pres">
      <dgm:prSet presAssocID="{DB8AC9F1-4957-422E-A382-3E1BCA5DF9D0}" presName="connectorText" presStyleLbl="sibTrans2D1" presStyleIdx="2" presStyleCnt="4"/>
      <dgm:spPr/>
    </dgm:pt>
    <dgm:pt modelId="{EFD64B18-3876-4019-8137-BA29EF1DCD1F}" type="pres">
      <dgm:prSet presAssocID="{6BCA92D6-6F69-4B48-A32E-22D047EFA004}" presName="node" presStyleLbl="node1" presStyleIdx="3" presStyleCnt="5">
        <dgm:presLayoutVars>
          <dgm:bulletEnabled val="1"/>
        </dgm:presLayoutVars>
      </dgm:prSet>
      <dgm:spPr/>
    </dgm:pt>
    <dgm:pt modelId="{EDD641DC-7C93-441B-9B73-F5DF21473A83}" type="pres">
      <dgm:prSet presAssocID="{254AAE60-D7F4-444C-A7A3-EACE53CCE4AE}" presName="sibTrans" presStyleLbl="sibTrans2D1" presStyleIdx="3" presStyleCnt="4"/>
      <dgm:spPr/>
    </dgm:pt>
    <dgm:pt modelId="{ADA8DED8-29E5-44D2-A1E9-38C6FA5D2639}" type="pres">
      <dgm:prSet presAssocID="{254AAE60-D7F4-444C-A7A3-EACE53CCE4AE}" presName="connectorText" presStyleLbl="sibTrans2D1" presStyleIdx="3" presStyleCnt="4"/>
      <dgm:spPr/>
    </dgm:pt>
    <dgm:pt modelId="{7241DD7C-56D1-4EC0-A6A0-D03C8F23FE0D}" type="pres">
      <dgm:prSet presAssocID="{DDA60E66-B0C5-4D85-BBF9-191851325148}" presName="node" presStyleLbl="node1" presStyleIdx="4" presStyleCnt="5">
        <dgm:presLayoutVars>
          <dgm:bulletEnabled val="1"/>
        </dgm:presLayoutVars>
      </dgm:prSet>
      <dgm:spPr/>
    </dgm:pt>
  </dgm:ptLst>
  <dgm:cxnLst>
    <dgm:cxn modelId="{F291B009-034D-4D9B-8270-B57285D67FF1}" srcId="{35DD6AF7-1FC5-492B-A989-C6C2B21708C1}" destId="{6BCA92D6-6F69-4B48-A32E-22D047EFA004}" srcOrd="3" destOrd="0" parTransId="{C525A9AD-2545-453D-BA5F-F46B9BEBBC31}" sibTransId="{254AAE60-D7F4-444C-A7A3-EACE53CCE4AE}"/>
    <dgm:cxn modelId="{8B0CFA12-C803-4011-8416-7F0471621BB6}" type="presOf" srcId="{C61FA007-293D-4BFC-8886-22BF14BB742F}" destId="{723A3F17-1F8D-4288-BEC7-3465F52AF8F4}" srcOrd="0" destOrd="0" presId="urn:microsoft.com/office/officeart/2005/8/layout/process1"/>
    <dgm:cxn modelId="{89F44129-4902-4A97-AA29-5DF170EB4F68}" srcId="{35DD6AF7-1FC5-492B-A989-C6C2B21708C1}" destId="{18242536-9D3B-4011-8517-68F9B8B1E2A1}" srcOrd="2" destOrd="0" parTransId="{F02488C7-36ED-4B7B-9339-3BCB77E5F188}" sibTransId="{DB8AC9F1-4957-422E-A382-3E1BCA5DF9D0}"/>
    <dgm:cxn modelId="{2BF86C61-93E5-486C-B757-40C1DFA371B2}" type="presOf" srcId="{C61FA007-293D-4BFC-8886-22BF14BB742F}" destId="{0009C9C9-D81A-4315-B280-7CC87909CB16}" srcOrd="1" destOrd="0" presId="urn:microsoft.com/office/officeart/2005/8/layout/process1"/>
    <dgm:cxn modelId="{CBFB4945-089A-47CE-8E78-1A3DB494480A}" srcId="{35DD6AF7-1FC5-492B-A989-C6C2B21708C1}" destId="{5E76C999-A63F-4CD0-872E-0507861386DF}" srcOrd="0" destOrd="0" parTransId="{4A3C07AD-206A-49C0-9ACA-D03610D45A31}" sibTransId="{C61FA007-293D-4BFC-8886-22BF14BB742F}"/>
    <dgm:cxn modelId="{BBB64266-08A8-4995-961D-4DDA8AA879B2}" type="presOf" srcId="{B1BA2746-44E6-4688-AEA5-4407F65DEFFD}" destId="{7241DD7C-56D1-4EC0-A6A0-D03C8F23FE0D}" srcOrd="0" destOrd="1" presId="urn:microsoft.com/office/officeart/2005/8/layout/process1"/>
    <dgm:cxn modelId="{3A16704F-C8A4-42B3-BCF1-22D0052395C2}" type="presOf" srcId="{FB6DE7C7-2A3D-4C85-8AB9-CEDEAD252C8A}" destId="{5B9C8903-A97F-4ED3-BF0D-6380C1BF2000}" srcOrd="0" destOrd="0" presId="urn:microsoft.com/office/officeart/2005/8/layout/process1"/>
    <dgm:cxn modelId="{7CA37750-DE44-4FDA-9D46-311BFFDC5279}" srcId="{35DD6AF7-1FC5-492B-A989-C6C2B21708C1}" destId="{FB6DE7C7-2A3D-4C85-8AB9-CEDEAD252C8A}" srcOrd="1" destOrd="0" parTransId="{49A434D1-A8F0-4663-B8E1-244C99BD3659}" sibTransId="{1F1C11B3-8E2E-4D91-B41D-9B4DCB9E5BE4}"/>
    <dgm:cxn modelId="{0987D070-093F-423C-B5F0-6B25BDCBA77B}" type="presOf" srcId="{18242536-9D3B-4011-8517-68F9B8B1E2A1}" destId="{2C0EE99F-2AB4-4652-BEF3-62384BE8F1D6}" srcOrd="0" destOrd="0" presId="urn:microsoft.com/office/officeart/2005/8/layout/process1"/>
    <dgm:cxn modelId="{4954DA76-1EE4-4B96-A978-0D495D235187}" type="presOf" srcId="{254AAE60-D7F4-444C-A7A3-EACE53CCE4AE}" destId="{ADA8DED8-29E5-44D2-A1E9-38C6FA5D2639}" srcOrd="1" destOrd="0" presId="urn:microsoft.com/office/officeart/2005/8/layout/process1"/>
    <dgm:cxn modelId="{FCC3737D-399B-450A-B089-EAA5929A25E2}" type="presOf" srcId="{DB8AC9F1-4957-422E-A382-3E1BCA5DF9D0}" destId="{D617C451-6D31-471A-AF11-2CEBA3E074A0}" srcOrd="1" destOrd="0" presId="urn:microsoft.com/office/officeart/2005/8/layout/process1"/>
    <dgm:cxn modelId="{BD04337E-A5AC-4632-AE2E-620FD501716E}" type="presOf" srcId="{DB8AC9F1-4957-422E-A382-3E1BCA5DF9D0}" destId="{81EAEE0E-34D2-4740-BD2F-63EEB8480DBC}" srcOrd="0" destOrd="0" presId="urn:microsoft.com/office/officeart/2005/8/layout/process1"/>
    <dgm:cxn modelId="{51D05F96-73D9-4C63-AFBA-66199757120F}" srcId="{35DD6AF7-1FC5-492B-A989-C6C2B21708C1}" destId="{DDA60E66-B0C5-4D85-BBF9-191851325148}" srcOrd="4" destOrd="0" parTransId="{38AEC0A0-F344-4C64-9A30-1C6D7A3A0AC1}" sibTransId="{0B8BEBF5-44EC-4491-9143-FAD9BA523FA9}"/>
    <dgm:cxn modelId="{91FC6498-F065-4AF3-B663-7768CA1BCD9D}" srcId="{DDA60E66-B0C5-4D85-BBF9-191851325148}" destId="{B1BA2746-44E6-4688-AEA5-4407F65DEFFD}" srcOrd="0" destOrd="0" parTransId="{CB70461B-74C6-4E10-B56A-165AA83309C3}" sibTransId="{E94906CF-9C0A-4538-B758-8C52E19D3253}"/>
    <dgm:cxn modelId="{C6A6D0A1-E5AF-4213-BD5A-745B08750C95}" srcId="{6BCA92D6-6F69-4B48-A32E-22D047EFA004}" destId="{EA38050D-68B2-48B9-B194-DE40AE014A14}" srcOrd="0" destOrd="0" parTransId="{1119D43A-E1DA-4DCE-AF42-AB773863B259}" sibTransId="{C563662C-B987-4ABC-BADA-C64FE38EF682}"/>
    <dgm:cxn modelId="{86A438A9-82CF-48F3-886E-DA9F2A0C151C}" type="presOf" srcId="{254AAE60-D7F4-444C-A7A3-EACE53CCE4AE}" destId="{EDD641DC-7C93-441B-9B73-F5DF21473A83}" srcOrd="0" destOrd="0" presId="urn:microsoft.com/office/officeart/2005/8/layout/process1"/>
    <dgm:cxn modelId="{F9A804AD-1CA8-4388-A067-72154D7DCB7A}" type="presOf" srcId="{DDA60E66-B0C5-4D85-BBF9-191851325148}" destId="{7241DD7C-56D1-4EC0-A6A0-D03C8F23FE0D}" srcOrd="0" destOrd="0" presId="urn:microsoft.com/office/officeart/2005/8/layout/process1"/>
    <dgm:cxn modelId="{9FCE71B0-DBEA-412E-81A2-3AEF531EDDA7}" type="presOf" srcId="{EA38050D-68B2-48B9-B194-DE40AE014A14}" destId="{EFD64B18-3876-4019-8137-BA29EF1DCD1F}" srcOrd="0" destOrd="1" presId="urn:microsoft.com/office/officeart/2005/8/layout/process1"/>
    <dgm:cxn modelId="{479DE3B5-5FD2-47CA-9127-44044C68A686}" type="presOf" srcId="{35DD6AF7-1FC5-492B-A989-C6C2B21708C1}" destId="{1681512F-2472-4342-A486-9F8A884502EC}" srcOrd="0" destOrd="0" presId="urn:microsoft.com/office/officeart/2005/8/layout/process1"/>
    <dgm:cxn modelId="{660658DD-D538-48A4-BA7E-6F7FEC4C798F}" type="presOf" srcId="{1F1C11B3-8E2E-4D91-B41D-9B4DCB9E5BE4}" destId="{15B94D5E-3B74-4D3A-A5A0-6E148006D4FB}" srcOrd="1" destOrd="0" presId="urn:microsoft.com/office/officeart/2005/8/layout/process1"/>
    <dgm:cxn modelId="{9AF39EDD-E34D-419B-9B05-D2BFBC71EB49}" type="presOf" srcId="{1F1C11B3-8E2E-4D91-B41D-9B4DCB9E5BE4}" destId="{8DEB66F0-7409-4EE6-AFAD-FBDA43469121}" srcOrd="0" destOrd="0" presId="urn:microsoft.com/office/officeart/2005/8/layout/process1"/>
    <dgm:cxn modelId="{0CE0ECDF-4634-4274-9770-44C296901A94}" type="presOf" srcId="{5E76C999-A63F-4CD0-872E-0507861386DF}" destId="{974930C0-9271-49CA-BD4B-6604C70D1BC3}" srcOrd="0" destOrd="0" presId="urn:microsoft.com/office/officeart/2005/8/layout/process1"/>
    <dgm:cxn modelId="{CB13FAF3-4B65-421B-8174-DBB8957519FF}" type="presOf" srcId="{6BCA92D6-6F69-4B48-A32E-22D047EFA004}" destId="{EFD64B18-3876-4019-8137-BA29EF1DCD1F}" srcOrd="0" destOrd="0" presId="urn:microsoft.com/office/officeart/2005/8/layout/process1"/>
    <dgm:cxn modelId="{5D64D8B2-A3EB-4CA6-9276-D5211A740C4E}" type="presParOf" srcId="{1681512F-2472-4342-A486-9F8A884502EC}" destId="{974930C0-9271-49CA-BD4B-6604C70D1BC3}" srcOrd="0" destOrd="0" presId="urn:microsoft.com/office/officeart/2005/8/layout/process1"/>
    <dgm:cxn modelId="{C1515477-E7C7-40AE-B5F7-2AD96C27FC7A}" type="presParOf" srcId="{1681512F-2472-4342-A486-9F8A884502EC}" destId="{723A3F17-1F8D-4288-BEC7-3465F52AF8F4}" srcOrd="1" destOrd="0" presId="urn:microsoft.com/office/officeart/2005/8/layout/process1"/>
    <dgm:cxn modelId="{F7257DD4-B665-4B59-97A6-54A65E6A1EA7}" type="presParOf" srcId="{723A3F17-1F8D-4288-BEC7-3465F52AF8F4}" destId="{0009C9C9-D81A-4315-B280-7CC87909CB16}" srcOrd="0" destOrd="0" presId="urn:microsoft.com/office/officeart/2005/8/layout/process1"/>
    <dgm:cxn modelId="{357C38C4-647D-45EA-B71B-C6F6AFD18A45}" type="presParOf" srcId="{1681512F-2472-4342-A486-9F8A884502EC}" destId="{5B9C8903-A97F-4ED3-BF0D-6380C1BF2000}" srcOrd="2" destOrd="0" presId="urn:microsoft.com/office/officeart/2005/8/layout/process1"/>
    <dgm:cxn modelId="{8EE29B95-0363-45F6-BAC5-56972A018731}" type="presParOf" srcId="{1681512F-2472-4342-A486-9F8A884502EC}" destId="{8DEB66F0-7409-4EE6-AFAD-FBDA43469121}" srcOrd="3" destOrd="0" presId="urn:microsoft.com/office/officeart/2005/8/layout/process1"/>
    <dgm:cxn modelId="{D422EE7A-26C5-4574-901F-91CBCD9C67EA}" type="presParOf" srcId="{8DEB66F0-7409-4EE6-AFAD-FBDA43469121}" destId="{15B94D5E-3B74-4D3A-A5A0-6E148006D4FB}" srcOrd="0" destOrd="0" presId="urn:microsoft.com/office/officeart/2005/8/layout/process1"/>
    <dgm:cxn modelId="{C4D0EF6A-C737-4E51-98D9-B4E998954389}" type="presParOf" srcId="{1681512F-2472-4342-A486-9F8A884502EC}" destId="{2C0EE99F-2AB4-4652-BEF3-62384BE8F1D6}" srcOrd="4" destOrd="0" presId="urn:microsoft.com/office/officeart/2005/8/layout/process1"/>
    <dgm:cxn modelId="{2F934EF9-8E5A-47C2-ADFF-D4DB8B75F918}" type="presParOf" srcId="{1681512F-2472-4342-A486-9F8A884502EC}" destId="{81EAEE0E-34D2-4740-BD2F-63EEB8480DBC}" srcOrd="5" destOrd="0" presId="urn:microsoft.com/office/officeart/2005/8/layout/process1"/>
    <dgm:cxn modelId="{593660C6-5816-44B9-A9B5-6734350B9D0F}" type="presParOf" srcId="{81EAEE0E-34D2-4740-BD2F-63EEB8480DBC}" destId="{D617C451-6D31-471A-AF11-2CEBA3E074A0}" srcOrd="0" destOrd="0" presId="urn:microsoft.com/office/officeart/2005/8/layout/process1"/>
    <dgm:cxn modelId="{922AB541-F402-4055-B7D4-82C7337C9B06}" type="presParOf" srcId="{1681512F-2472-4342-A486-9F8A884502EC}" destId="{EFD64B18-3876-4019-8137-BA29EF1DCD1F}" srcOrd="6" destOrd="0" presId="urn:microsoft.com/office/officeart/2005/8/layout/process1"/>
    <dgm:cxn modelId="{6144B588-FED0-4054-8E18-AD3323EC126E}" type="presParOf" srcId="{1681512F-2472-4342-A486-9F8A884502EC}" destId="{EDD641DC-7C93-441B-9B73-F5DF21473A83}" srcOrd="7" destOrd="0" presId="urn:microsoft.com/office/officeart/2005/8/layout/process1"/>
    <dgm:cxn modelId="{D9168C29-FBE3-4492-B041-04DC07814121}" type="presParOf" srcId="{EDD641DC-7C93-441B-9B73-F5DF21473A83}" destId="{ADA8DED8-29E5-44D2-A1E9-38C6FA5D2639}" srcOrd="0" destOrd="0" presId="urn:microsoft.com/office/officeart/2005/8/layout/process1"/>
    <dgm:cxn modelId="{2A21402A-A261-4AA0-ADDE-6F3379DB4EF5}" type="presParOf" srcId="{1681512F-2472-4342-A486-9F8A884502EC}" destId="{7241DD7C-56D1-4EC0-A6A0-D03C8F23FE0D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4A31F-5A0E-4257-B7C9-221649E9462A}">
      <dsp:nvSpPr>
        <dsp:cNvPr id="0" name=""/>
        <dsp:cNvSpPr/>
      </dsp:nvSpPr>
      <dsp:spPr>
        <a:xfrm>
          <a:off x="0" y="4720204"/>
          <a:ext cx="8424333" cy="4425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Upload </a:t>
          </a:r>
          <a:r>
            <a:rPr lang="en-US" sz="1800" b="1" kern="1200" dirty="0" err="1"/>
            <a:t>Ke</a:t>
          </a:r>
          <a:r>
            <a:rPr lang="en-US" sz="1800" b="1" kern="1200" dirty="0"/>
            <a:t> Kaggle</a:t>
          </a:r>
        </a:p>
      </dsp:txBody>
      <dsp:txXfrm>
        <a:off x="0" y="4720204"/>
        <a:ext cx="8424333" cy="442577"/>
      </dsp:txXfrm>
    </dsp:sp>
    <dsp:sp modelId="{04907C7C-2F79-4711-B11F-9F0952CF34F7}">
      <dsp:nvSpPr>
        <dsp:cNvPr id="0" name=""/>
        <dsp:cNvSpPr/>
      </dsp:nvSpPr>
      <dsp:spPr>
        <a:xfrm rot="10800000">
          <a:off x="0" y="4046159"/>
          <a:ext cx="8424333" cy="680684"/>
        </a:xfrm>
        <a:prstGeom prst="upArrowCallout">
          <a:avLst/>
        </a:prstGeom>
        <a:solidFill>
          <a:schemeClr val="accent2">
            <a:hueOff val="-444307"/>
            <a:satOff val="-2350"/>
            <a:lumOff val="-89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/>
            <a:t>Simpan</a:t>
          </a:r>
          <a:r>
            <a:rPr lang="en-US" sz="1800" b="1" kern="1200" dirty="0"/>
            <a:t> </a:t>
          </a:r>
          <a:r>
            <a:rPr lang="en-US" sz="1800" b="1" kern="1200" dirty="0" err="1"/>
            <a:t>Ke</a:t>
          </a:r>
          <a:r>
            <a:rPr lang="en-US" sz="1800" b="1" kern="1200" dirty="0"/>
            <a:t> JSON</a:t>
          </a:r>
        </a:p>
      </dsp:txBody>
      <dsp:txXfrm rot="10800000">
        <a:off x="0" y="4046159"/>
        <a:ext cx="8424333" cy="442288"/>
      </dsp:txXfrm>
    </dsp:sp>
    <dsp:sp modelId="{2D4636C6-AE3D-4E0F-AEBA-A4F5405AEEB0}">
      <dsp:nvSpPr>
        <dsp:cNvPr id="0" name=""/>
        <dsp:cNvSpPr/>
      </dsp:nvSpPr>
      <dsp:spPr>
        <a:xfrm rot="10800000">
          <a:off x="0" y="3372113"/>
          <a:ext cx="8424333" cy="680684"/>
        </a:xfrm>
        <a:prstGeom prst="upArrowCallout">
          <a:avLst/>
        </a:prstGeom>
        <a:solidFill>
          <a:schemeClr val="accent2">
            <a:hueOff val="-888614"/>
            <a:satOff val="-4701"/>
            <a:lumOff val="-179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Convert </a:t>
          </a:r>
          <a:r>
            <a:rPr lang="en-US" sz="1800" b="1" kern="1200" dirty="0" err="1"/>
            <a:t>ke</a:t>
          </a:r>
          <a:r>
            <a:rPr lang="en-US" sz="1800" b="1" kern="1200" dirty="0"/>
            <a:t> </a:t>
          </a:r>
          <a:r>
            <a:rPr lang="en-US" sz="1800" b="1" kern="1200" dirty="0" err="1"/>
            <a:t>HuggingFace</a:t>
          </a:r>
          <a:r>
            <a:rPr lang="en-US" sz="1800" b="1" kern="1200" dirty="0"/>
            <a:t> Dataset</a:t>
          </a:r>
        </a:p>
      </dsp:txBody>
      <dsp:txXfrm rot="10800000">
        <a:off x="0" y="3372113"/>
        <a:ext cx="8424333" cy="442288"/>
      </dsp:txXfrm>
    </dsp:sp>
    <dsp:sp modelId="{BD88D2E6-DAE9-4955-9E0B-A1C92388C21C}">
      <dsp:nvSpPr>
        <dsp:cNvPr id="0" name=""/>
        <dsp:cNvSpPr/>
      </dsp:nvSpPr>
      <dsp:spPr>
        <a:xfrm rot="10800000">
          <a:off x="0" y="2698067"/>
          <a:ext cx="8424333" cy="680684"/>
        </a:xfrm>
        <a:prstGeom prst="upArrowCallout">
          <a:avLst/>
        </a:prstGeom>
        <a:solidFill>
          <a:schemeClr val="accent2">
            <a:hueOff val="-1332921"/>
            <a:satOff val="-7051"/>
            <a:lumOff val="-268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Pre Processing (Cleaning)</a:t>
          </a:r>
        </a:p>
      </dsp:txBody>
      <dsp:txXfrm rot="-10800000">
        <a:off x="0" y="2698067"/>
        <a:ext cx="8424333" cy="238920"/>
      </dsp:txXfrm>
    </dsp:sp>
    <dsp:sp modelId="{35DEB4F1-19EB-4559-ABE4-6836598F1EFF}">
      <dsp:nvSpPr>
        <dsp:cNvPr id="0" name=""/>
        <dsp:cNvSpPr/>
      </dsp:nvSpPr>
      <dsp:spPr>
        <a:xfrm>
          <a:off x="0" y="2936987"/>
          <a:ext cx="2106083" cy="20352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/>
            <a:t>remove_stopwords</a:t>
          </a:r>
          <a:endParaRPr lang="en-US" sz="1400" kern="1200" dirty="0"/>
        </a:p>
      </dsp:txBody>
      <dsp:txXfrm>
        <a:off x="0" y="2936987"/>
        <a:ext cx="2106083" cy="203524"/>
      </dsp:txXfrm>
    </dsp:sp>
    <dsp:sp modelId="{593ACB99-901A-4D6D-8226-387176D380AE}">
      <dsp:nvSpPr>
        <dsp:cNvPr id="0" name=""/>
        <dsp:cNvSpPr/>
      </dsp:nvSpPr>
      <dsp:spPr>
        <a:xfrm>
          <a:off x="2106083" y="2936987"/>
          <a:ext cx="2106083" cy="203524"/>
        </a:xfrm>
        <a:prstGeom prst="rect">
          <a:avLst/>
        </a:prstGeom>
        <a:solidFill>
          <a:schemeClr val="accent2">
            <a:tint val="40000"/>
            <a:alpha val="90000"/>
            <a:hueOff val="-645227"/>
            <a:satOff val="-3189"/>
            <a:lumOff val="-321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645227"/>
              <a:satOff val="-3189"/>
              <a:lumOff val="-3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/>
            <a:t>fix_punctuation</a:t>
          </a:r>
          <a:endParaRPr lang="en-US" sz="1400" kern="1200" dirty="0"/>
        </a:p>
      </dsp:txBody>
      <dsp:txXfrm>
        <a:off x="2106083" y="2936987"/>
        <a:ext cx="2106083" cy="203524"/>
      </dsp:txXfrm>
    </dsp:sp>
    <dsp:sp modelId="{7C85AA4B-BEB0-4178-8899-7FBCFAEBF076}">
      <dsp:nvSpPr>
        <dsp:cNvPr id="0" name=""/>
        <dsp:cNvSpPr/>
      </dsp:nvSpPr>
      <dsp:spPr>
        <a:xfrm>
          <a:off x="4212166" y="2936987"/>
          <a:ext cx="2106083" cy="203524"/>
        </a:xfrm>
        <a:prstGeom prst="rect">
          <a:avLst/>
        </a:prstGeom>
        <a:solidFill>
          <a:schemeClr val="accent2">
            <a:tint val="40000"/>
            <a:alpha val="90000"/>
            <a:hueOff val="-1290454"/>
            <a:satOff val="-6377"/>
            <a:lumOff val="-642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290454"/>
              <a:satOff val="-6377"/>
              <a:lumOff val="-64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/>
            <a:t>remove_header</a:t>
          </a:r>
          <a:endParaRPr lang="en-US" sz="1400" kern="1200" dirty="0"/>
        </a:p>
      </dsp:txBody>
      <dsp:txXfrm>
        <a:off x="4212166" y="2936987"/>
        <a:ext cx="2106083" cy="203524"/>
      </dsp:txXfrm>
    </dsp:sp>
    <dsp:sp modelId="{1B1A04E0-8725-4E43-966F-A6EA38B55312}">
      <dsp:nvSpPr>
        <dsp:cNvPr id="0" name=""/>
        <dsp:cNvSpPr/>
      </dsp:nvSpPr>
      <dsp:spPr>
        <a:xfrm>
          <a:off x="6318249" y="2936987"/>
          <a:ext cx="2106083" cy="203524"/>
        </a:xfrm>
        <a:prstGeom prst="rect">
          <a:avLst/>
        </a:prstGeom>
        <a:solidFill>
          <a:schemeClr val="accent2">
            <a:tint val="40000"/>
            <a:alpha val="90000"/>
            <a:hueOff val="-1935681"/>
            <a:satOff val="-9566"/>
            <a:lumOff val="-962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935681"/>
              <a:satOff val="-9566"/>
              <a:lumOff val="-9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/>
            <a:t>remove_baca</a:t>
          </a:r>
          <a:endParaRPr lang="en-US" sz="1400" kern="1200" dirty="0"/>
        </a:p>
      </dsp:txBody>
      <dsp:txXfrm>
        <a:off x="6318249" y="2936987"/>
        <a:ext cx="2106083" cy="203524"/>
      </dsp:txXfrm>
    </dsp:sp>
    <dsp:sp modelId="{C5A116CC-460A-4844-BC66-28317DA09C6C}">
      <dsp:nvSpPr>
        <dsp:cNvPr id="0" name=""/>
        <dsp:cNvSpPr/>
      </dsp:nvSpPr>
      <dsp:spPr>
        <a:xfrm rot="10800000">
          <a:off x="0" y="2024021"/>
          <a:ext cx="8424333" cy="680684"/>
        </a:xfrm>
        <a:prstGeom prst="upArrowCallout">
          <a:avLst/>
        </a:prstGeom>
        <a:solidFill>
          <a:schemeClr val="accent2">
            <a:hueOff val="-1777228"/>
            <a:satOff val="-9402"/>
            <a:lumOff val="-358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Convert Dataset</a:t>
          </a:r>
        </a:p>
      </dsp:txBody>
      <dsp:txXfrm rot="-10800000">
        <a:off x="0" y="2024021"/>
        <a:ext cx="8424333" cy="238920"/>
      </dsp:txXfrm>
    </dsp:sp>
    <dsp:sp modelId="{A2637E95-3A0A-47E9-87B6-6A2355322615}">
      <dsp:nvSpPr>
        <dsp:cNvPr id="0" name=""/>
        <dsp:cNvSpPr/>
      </dsp:nvSpPr>
      <dsp:spPr>
        <a:xfrm>
          <a:off x="4113" y="2262942"/>
          <a:ext cx="2805368" cy="203524"/>
        </a:xfrm>
        <a:prstGeom prst="rect">
          <a:avLst/>
        </a:prstGeom>
        <a:solidFill>
          <a:schemeClr val="accent2">
            <a:tint val="40000"/>
            <a:alpha val="90000"/>
            <a:hueOff val="-2580908"/>
            <a:satOff val="-12755"/>
            <a:lumOff val="-1283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580908"/>
              <a:satOff val="-12755"/>
              <a:lumOff val="-12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/>
            <a:t>Clean_artikel</a:t>
          </a:r>
          <a:endParaRPr lang="en-US" sz="1400" kern="1200" dirty="0"/>
        </a:p>
      </dsp:txBody>
      <dsp:txXfrm>
        <a:off x="4113" y="2262942"/>
        <a:ext cx="2805368" cy="203524"/>
      </dsp:txXfrm>
    </dsp:sp>
    <dsp:sp modelId="{F5D33CAD-E710-404A-A92F-2EF3CFF949B6}">
      <dsp:nvSpPr>
        <dsp:cNvPr id="0" name=""/>
        <dsp:cNvSpPr/>
      </dsp:nvSpPr>
      <dsp:spPr>
        <a:xfrm>
          <a:off x="2809482" y="2262942"/>
          <a:ext cx="2805368" cy="203524"/>
        </a:xfrm>
        <a:prstGeom prst="rect">
          <a:avLst/>
        </a:prstGeom>
        <a:solidFill>
          <a:schemeClr val="accent2">
            <a:tint val="40000"/>
            <a:alpha val="90000"/>
            <a:hueOff val="-3226134"/>
            <a:satOff val="-15943"/>
            <a:lumOff val="-1604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3226134"/>
              <a:satOff val="-15943"/>
              <a:lumOff val="-16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/>
            <a:t>Clean_summary</a:t>
          </a:r>
          <a:endParaRPr lang="en-US" sz="1400" kern="1200" dirty="0"/>
        </a:p>
      </dsp:txBody>
      <dsp:txXfrm>
        <a:off x="2809482" y="2262942"/>
        <a:ext cx="2805368" cy="203524"/>
      </dsp:txXfrm>
    </dsp:sp>
    <dsp:sp modelId="{B00B12B0-E9CD-4906-B509-07406090231D}">
      <dsp:nvSpPr>
        <dsp:cNvPr id="0" name=""/>
        <dsp:cNvSpPr/>
      </dsp:nvSpPr>
      <dsp:spPr>
        <a:xfrm>
          <a:off x="5614850" y="2262942"/>
          <a:ext cx="2805368" cy="203524"/>
        </a:xfrm>
        <a:prstGeom prst="rect">
          <a:avLst/>
        </a:prstGeom>
        <a:solidFill>
          <a:schemeClr val="accent2">
            <a:tint val="40000"/>
            <a:alpha val="90000"/>
            <a:hueOff val="-3871361"/>
            <a:satOff val="-19132"/>
            <a:lumOff val="-192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3871361"/>
              <a:satOff val="-19132"/>
              <a:lumOff val="-19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Extractive Summary</a:t>
          </a:r>
          <a:endParaRPr lang="en-US" sz="1400" kern="1200" dirty="0"/>
        </a:p>
      </dsp:txBody>
      <dsp:txXfrm>
        <a:off x="5614850" y="2262942"/>
        <a:ext cx="2805368" cy="203524"/>
      </dsp:txXfrm>
    </dsp:sp>
    <dsp:sp modelId="{5FE11ADF-29D5-4E60-9FE8-08A34EE51148}">
      <dsp:nvSpPr>
        <dsp:cNvPr id="0" name=""/>
        <dsp:cNvSpPr/>
      </dsp:nvSpPr>
      <dsp:spPr>
        <a:xfrm rot="10800000">
          <a:off x="0" y="1349975"/>
          <a:ext cx="8424333" cy="680684"/>
        </a:xfrm>
        <a:prstGeom prst="upArrowCallout">
          <a:avLst/>
        </a:prstGeom>
        <a:solidFill>
          <a:schemeClr val="accent2">
            <a:hueOff val="-2221534"/>
            <a:satOff val="-11752"/>
            <a:lumOff val="-448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Load Dataset</a:t>
          </a:r>
        </a:p>
      </dsp:txBody>
      <dsp:txXfrm rot="10800000">
        <a:off x="0" y="1349975"/>
        <a:ext cx="8424333" cy="442288"/>
      </dsp:txXfrm>
    </dsp:sp>
    <dsp:sp modelId="{D92DC98C-724C-4637-8395-2864CF414040}">
      <dsp:nvSpPr>
        <dsp:cNvPr id="0" name=""/>
        <dsp:cNvSpPr/>
      </dsp:nvSpPr>
      <dsp:spPr>
        <a:xfrm rot="10800000">
          <a:off x="0" y="675930"/>
          <a:ext cx="8424333" cy="680684"/>
        </a:xfrm>
        <a:prstGeom prst="upArrowCallout">
          <a:avLst/>
        </a:prstGeom>
        <a:solidFill>
          <a:schemeClr val="accent2">
            <a:hueOff val="-2665841"/>
            <a:satOff val="-14103"/>
            <a:lumOff val="-537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Extract Data </a:t>
          </a:r>
          <a:r>
            <a:rPr lang="en-US" sz="1800" b="1" kern="1200" dirty="0" err="1"/>
            <a:t>Ke</a:t>
          </a:r>
          <a:r>
            <a:rPr lang="en-US" sz="1800" b="1" kern="1200" dirty="0"/>
            <a:t> Local </a:t>
          </a:r>
          <a:r>
            <a:rPr lang="en-US" sz="1800" b="1" kern="1200" dirty="0" err="1"/>
            <a:t>Colabs</a:t>
          </a:r>
          <a:endParaRPr lang="en-US" sz="1800" b="1" kern="1200" dirty="0"/>
        </a:p>
      </dsp:txBody>
      <dsp:txXfrm rot="10800000">
        <a:off x="0" y="675930"/>
        <a:ext cx="8424333" cy="442288"/>
      </dsp:txXfrm>
    </dsp:sp>
    <dsp:sp modelId="{D122E4B4-4AEF-4EB4-8B16-915A78F8EAEF}">
      <dsp:nvSpPr>
        <dsp:cNvPr id="0" name=""/>
        <dsp:cNvSpPr/>
      </dsp:nvSpPr>
      <dsp:spPr>
        <a:xfrm rot="10800000">
          <a:off x="0" y="1884"/>
          <a:ext cx="8424333" cy="680684"/>
        </a:xfrm>
        <a:prstGeom prst="upArrowCallout">
          <a:avLst/>
        </a:prstGeom>
        <a:solidFill>
          <a:schemeClr val="accent2">
            <a:hueOff val="-3110148"/>
            <a:satOff val="-16453"/>
            <a:lumOff val="-627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Mount To Drive</a:t>
          </a:r>
        </a:p>
      </dsp:txBody>
      <dsp:txXfrm rot="10800000">
        <a:off x="0" y="1884"/>
        <a:ext cx="8424333" cy="4422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34D0E1-118B-4FA2-B82E-78B759EF014F}">
      <dsp:nvSpPr>
        <dsp:cNvPr id="0" name=""/>
        <dsp:cNvSpPr/>
      </dsp:nvSpPr>
      <dsp:spPr>
        <a:xfrm>
          <a:off x="0" y="0"/>
          <a:ext cx="5790044" cy="48398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Ribuan</a:t>
          </a:r>
          <a:r>
            <a:rPr lang="en-US" sz="2000" kern="1200" dirty="0"/>
            <a:t> File .json </a:t>
          </a:r>
        </a:p>
      </dsp:txBody>
      <dsp:txXfrm>
        <a:off x="14175" y="14175"/>
        <a:ext cx="5267787" cy="455635"/>
      </dsp:txXfrm>
    </dsp:sp>
    <dsp:sp modelId="{F74817E9-B95B-4458-8091-72AB6C9605E5}">
      <dsp:nvSpPr>
        <dsp:cNvPr id="0" name=""/>
        <dsp:cNvSpPr/>
      </dsp:nvSpPr>
      <dsp:spPr>
        <a:xfrm>
          <a:off x="510886" y="564649"/>
          <a:ext cx="5790044" cy="48398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Pilih</a:t>
          </a:r>
          <a:r>
            <a:rPr lang="en-US" sz="2000" kern="1200" dirty="0"/>
            <a:t> 5000 File </a:t>
          </a:r>
          <a:r>
            <a:rPr lang="en-US" sz="2000" kern="1200" dirty="0" err="1"/>
            <a:t>untuk</a:t>
          </a:r>
          <a:r>
            <a:rPr lang="en-US" sz="2000" kern="1200" dirty="0"/>
            <a:t> </a:t>
          </a:r>
          <a:r>
            <a:rPr lang="en-US" sz="2000" kern="1200" dirty="0" err="1"/>
            <a:t>tiap</a:t>
          </a:r>
          <a:r>
            <a:rPr lang="en-US" sz="2000" kern="1200" dirty="0"/>
            <a:t> Dev , Train, dan Test</a:t>
          </a:r>
        </a:p>
      </dsp:txBody>
      <dsp:txXfrm>
        <a:off x="525061" y="578824"/>
        <a:ext cx="4936217" cy="455635"/>
      </dsp:txXfrm>
    </dsp:sp>
    <dsp:sp modelId="{3F9D8B61-4E59-4B49-97E1-060BD2BC7FEB}">
      <dsp:nvSpPr>
        <dsp:cNvPr id="0" name=""/>
        <dsp:cNvSpPr/>
      </dsp:nvSpPr>
      <dsp:spPr>
        <a:xfrm>
          <a:off x="1021772" y="1129299"/>
          <a:ext cx="5790044" cy="48398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Menggunakan</a:t>
          </a:r>
          <a:r>
            <a:rPr lang="en-US" sz="2000" kern="1200" dirty="0"/>
            <a:t> Teknik Random</a:t>
          </a:r>
        </a:p>
      </dsp:txBody>
      <dsp:txXfrm>
        <a:off x="1035947" y="1143474"/>
        <a:ext cx="4936217" cy="455635"/>
      </dsp:txXfrm>
    </dsp:sp>
    <dsp:sp modelId="{5D7DC2B3-359E-4DCD-BC39-735AE17EAD62}">
      <dsp:nvSpPr>
        <dsp:cNvPr id="0" name=""/>
        <dsp:cNvSpPr/>
      </dsp:nvSpPr>
      <dsp:spPr>
        <a:xfrm>
          <a:off x="5475453" y="367022"/>
          <a:ext cx="314590" cy="31459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546236" y="367022"/>
        <a:ext cx="173024" cy="236729"/>
      </dsp:txXfrm>
    </dsp:sp>
    <dsp:sp modelId="{C3446EDC-0438-4350-8429-C3C7F711A164}">
      <dsp:nvSpPr>
        <dsp:cNvPr id="0" name=""/>
        <dsp:cNvSpPr/>
      </dsp:nvSpPr>
      <dsp:spPr>
        <a:xfrm>
          <a:off x="5986340" y="928445"/>
          <a:ext cx="314590" cy="31459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057123" y="928445"/>
        <a:ext cx="173024" cy="2367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34D0E1-118B-4FA2-B82E-78B759EF014F}">
      <dsp:nvSpPr>
        <dsp:cNvPr id="0" name=""/>
        <dsp:cNvSpPr/>
      </dsp:nvSpPr>
      <dsp:spPr>
        <a:xfrm>
          <a:off x="0" y="0"/>
          <a:ext cx="5790044" cy="483985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Dataset </a:t>
          </a:r>
          <a:r>
            <a:rPr lang="en-US" sz="1300" kern="1200" dirty="0" err="1"/>
            <a:t>masih</a:t>
          </a:r>
          <a:r>
            <a:rPr lang="en-US" sz="1300" kern="1200" dirty="0"/>
            <a:t> format token </a:t>
          </a:r>
        </a:p>
      </dsp:txBody>
      <dsp:txXfrm>
        <a:off x="14175" y="14175"/>
        <a:ext cx="5267787" cy="455635"/>
      </dsp:txXfrm>
    </dsp:sp>
    <dsp:sp modelId="{F74817E9-B95B-4458-8091-72AB6C9605E5}">
      <dsp:nvSpPr>
        <dsp:cNvPr id="0" name=""/>
        <dsp:cNvSpPr/>
      </dsp:nvSpPr>
      <dsp:spPr>
        <a:xfrm>
          <a:off x="510886" y="564649"/>
          <a:ext cx="5790044" cy="483985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hueOff val="0"/>
            <a:satOff val="0"/>
            <a:lumOff val="0"/>
            <a:alphaOff val="-2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Ubah</a:t>
          </a:r>
          <a:r>
            <a:rPr lang="en-US" sz="1300" kern="1200" dirty="0"/>
            <a:t> </a:t>
          </a:r>
          <a:r>
            <a:rPr lang="en-US" sz="1300" kern="1200" dirty="0" err="1"/>
            <a:t>Menjadi</a:t>
          </a:r>
          <a:r>
            <a:rPr lang="en-US" sz="1300" kern="1200" dirty="0"/>
            <a:t> text normal</a:t>
          </a:r>
        </a:p>
      </dsp:txBody>
      <dsp:txXfrm>
        <a:off x="525061" y="578824"/>
        <a:ext cx="4936217" cy="455635"/>
      </dsp:txXfrm>
    </dsp:sp>
    <dsp:sp modelId="{3F9D8B61-4E59-4B49-97E1-060BD2BC7FEB}">
      <dsp:nvSpPr>
        <dsp:cNvPr id="0" name=""/>
        <dsp:cNvSpPr/>
      </dsp:nvSpPr>
      <dsp:spPr>
        <a:xfrm>
          <a:off x="1021772" y="1129299"/>
          <a:ext cx="5790044" cy="483985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Hanya</a:t>
          </a:r>
          <a:r>
            <a:rPr lang="en-US" sz="1300" kern="1200" dirty="0"/>
            <a:t> </a:t>
          </a:r>
          <a:r>
            <a:rPr lang="en-US" sz="1300" kern="1200" dirty="0" err="1"/>
            <a:t>ambil</a:t>
          </a:r>
          <a:r>
            <a:rPr lang="en-US" sz="1300" kern="1200" dirty="0"/>
            <a:t> </a:t>
          </a:r>
          <a:r>
            <a:rPr lang="en-US" sz="1300" b="0" kern="1200" dirty="0" err="1"/>
            <a:t>clean_article</a:t>
          </a:r>
          <a:r>
            <a:rPr lang="en-US" sz="1300" b="0" kern="1200" dirty="0"/>
            <a:t>, </a:t>
          </a:r>
          <a:r>
            <a:rPr lang="en-US" sz="1300" b="0" kern="1200" dirty="0" err="1"/>
            <a:t>clean_summary</a:t>
          </a:r>
          <a:r>
            <a:rPr lang="en-US" sz="1300" b="0" kern="1200" dirty="0"/>
            <a:t>, dan </a:t>
          </a:r>
          <a:r>
            <a:rPr lang="en-US" sz="1300" b="0" kern="1200" dirty="0" err="1"/>
            <a:t>extractive_summary</a:t>
          </a:r>
          <a:endParaRPr lang="en-US" sz="1300" kern="1200" dirty="0"/>
        </a:p>
      </dsp:txBody>
      <dsp:txXfrm>
        <a:off x="1035947" y="1143474"/>
        <a:ext cx="4936217" cy="455635"/>
      </dsp:txXfrm>
    </dsp:sp>
    <dsp:sp modelId="{5D7DC2B3-359E-4DCD-BC39-735AE17EAD62}">
      <dsp:nvSpPr>
        <dsp:cNvPr id="0" name=""/>
        <dsp:cNvSpPr/>
      </dsp:nvSpPr>
      <dsp:spPr>
        <a:xfrm>
          <a:off x="5475453" y="367022"/>
          <a:ext cx="314590" cy="31459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546236" y="367022"/>
        <a:ext cx="173024" cy="236729"/>
      </dsp:txXfrm>
    </dsp:sp>
    <dsp:sp modelId="{C3446EDC-0438-4350-8429-C3C7F711A164}">
      <dsp:nvSpPr>
        <dsp:cNvPr id="0" name=""/>
        <dsp:cNvSpPr/>
      </dsp:nvSpPr>
      <dsp:spPr>
        <a:xfrm>
          <a:off x="5986340" y="928445"/>
          <a:ext cx="314590" cy="31459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-40000"/>
          </a:schemeClr>
        </a:solidFill>
        <a:ln w="1905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057123" y="928445"/>
        <a:ext cx="173024" cy="2367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4930C0-9271-49CA-BD4B-6604C70D1BC3}">
      <dsp:nvSpPr>
        <dsp:cNvPr id="0" name=""/>
        <dsp:cNvSpPr/>
      </dsp:nvSpPr>
      <dsp:spPr>
        <a:xfrm>
          <a:off x="5564" y="490033"/>
          <a:ext cx="1725000" cy="10350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Lower Case</a:t>
          </a:r>
        </a:p>
      </dsp:txBody>
      <dsp:txXfrm>
        <a:off x="35878" y="520347"/>
        <a:ext cx="1664372" cy="974372"/>
      </dsp:txXfrm>
    </dsp:sp>
    <dsp:sp modelId="{723A3F17-1F8D-4288-BEC7-3465F52AF8F4}">
      <dsp:nvSpPr>
        <dsp:cNvPr id="0" name=""/>
        <dsp:cNvSpPr/>
      </dsp:nvSpPr>
      <dsp:spPr>
        <a:xfrm>
          <a:off x="1903065" y="793633"/>
          <a:ext cx="365700" cy="42780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903065" y="879193"/>
        <a:ext cx="255990" cy="256680"/>
      </dsp:txXfrm>
    </dsp:sp>
    <dsp:sp modelId="{5B9C8903-A97F-4ED3-BF0D-6380C1BF2000}">
      <dsp:nvSpPr>
        <dsp:cNvPr id="0" name=""/>
        <dsp:cNvSpPr/>
      </dsp:nvSpPr>
      <dsp:spPr>
        <a:xfrm>
          <a:off x="2420565" y="490033"/>
          <a:ext cx="1725000" cy="10350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Functuation</a:t>
          </a:r>
          <a:endParaRPr lang="en-US" sz="1800" kern="1200" dirty="0"/>
        </a:p>
      </dsp:txBody>
      <dsp:txXfrm>
        <a:off x="2450879" y="520347"/>
        <a:ext cx="1664372" cy="974372"/>
      </dsp:txXfrm>
    </dsp:sp>
    <dsp:sp modelId="{8DEB66F0-7409-4EE6-AFAD-FBDA43469121}">
      <dsp:nvSpPr>
        <dsp:cNvPr id="0" name=""/>
        <dsp:cNvSpPr/>
      </dsp:nvSpPr>
      <dsp:spPr>
        <a:xfrm>
          <a:off x="4318066" y="793633"/>
          <a:ext cx="365700" cy="42780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318066" y="879193"/>
        <a:ext cx="255990" cy="256680"/>
      </dsp:txXfrm>
    </dsp:sp>
    <dsp:sp modelId="{2C0EE99F-2AB4-4652-BEF3-62384BE8F1D6}">
      <dsp:nvSpPr>
        <dsp:cNvPr id="0" name=""/>
        <dsp:cNvSpPr/>
      </dsp:nvSpPr>
      <dsp:spPr>
        <a:xfrm>
          <a:off x="4835566" y="490033"/>
          <a:ext cx="1725000" cy="10350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Stopword</a:t>
          </a:r>
          <a:r>
            <a:rPr lang="en-US" sz="1800" kern="1200" dirty="0"/>
            <a:t> Remover</a:t>
          </a:r>
        </a:p>
      </dsp:txBody>
      <dsp:txXfrm>
        <a:off x="4865880" y="520347"/>
        <a:ext cx="1664372" cy="974372"/>
      </dsp:txXfrm>
    </dsp:sp>
    <dsp:sp modelId="{81EAEE0E-34D2-4740-BD2F-63EEB8480DBC}">
      <dsp:nvSpPr>
        <dsp:cNvPr id="0" name=""/>
        <dsp:cNvSpPr/>
      </dsp:nvSpPr>
      <dsp:spPr>
        <a:xfrm>
          <a:off x="6733067" y="793633"/>
          <a:ext cx="365700" cy="42780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733067" y="879193"/>
        <a:ext cx="255990" cy="256680"/>
      </dsp:txXfrm>
    </dsp:sp>
    <dsp:sp modelId="{EFD64B18-3876-4019-8137-BA29EF1DCD1F}">
      <dsp:nvSpPr>
        <dsp:cNvPr id="0" name=""/>
        <dsp:cNvSpPr/>
      </dsp:nvSpPr>
      <dsp:spPr>
        <a:xfrm>
          <a:off x="7250567" y="490033"/>
          <a:ext cx="1725000" cy="10350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Remove Header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Liputan</a:t>
          </a:r>
          <a:r>
            <a:rPr lang="en-US" sz="1400" kern="1200" dirty="0"/>
            <a:t> 6, &lt;Nama Kota&gt;</a:t>
          </a:r>
        </a:p>
      </dsp:txBody>
      <dsp:txXfrm>
        <a:off x="7280881" y="520347"/>
        <a:ext cx="1664372" cy="974372"/>
      </dsp:txXfrm>
    </dsp:sp>
    <dsp:sp modelId="{EDD641DC-7C93-441B-9B73-F5DF21473A83}">
      <dsp:nvSpPr>
        <dsp:cNvPr id="0" name=""/>
        <dsp:cNvSpPr/>
      </dsp:nvSpPr>
      <dsp:spPr>
        <a:xfrm>
          <a:off x="9148068" y="793633"/>
          <a:ext cx="365700" cy="42780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9148068" y="879193"/>
        <a:ext cx="255990" cy="256680"/>
      </dsp:txXfrm>
    </dsp:sp>
    <dsp:sp modelId="{7241DD7C-56D1-4EC0-A6A0-D03C8F23FE0D}">
      <dsp:nvSpPr>
        <dsp:cNvPr id="0" name=""/>
        <dsp:cNvSpPr/>
      </dsp:nvSpPr>
      <dsp:spPr>
        <a:xfrm>
          <a:off x="9665568" y="490033"/>
          <a:ext cx="1725000" cy="10350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Remove Baca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[Baca : ………..]</a:t>
          </a:r>
        </a:p>
      </dsp:txBody>
      <dsp:txXfrm>
        <a:off x="9695882" y="520347"/>
        <a:ext cx="1664372" cy="9743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29D7B-0BA1-41FE-B3D5-435697570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933" y="609600"/>
            <a:ext cx="8768293" cy="1456267"/>
          </a:xfrm>
        </p:spPr>
        <p:txBody>
          <a:bodyPr/>
          <a:lstStyle/>
          <a:p>
            <a:r>
              <a:rPr lang="en-US" dirty="0" err="1"/>
              <a:t>nalapro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47C3C-C087-4F72-BEDA-AEF4C354A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8"/>
            <a:ext cx="10131425" cy="2827866"/>
          </a:xfrm>
        </p:spPr>
        <p:txBody>
          <a:bodyPr/>
          <a:lstStyle/>
          <a:p>
            <a:r>
              <a:rPr lang="en-US" dirty="0" err="1"/>
              <a:t>Eko</a:t>
            </a:r>
            <a:r>
              <a:rPr lang="en-US" dirty="0"/>
              <a:t> </a:t>
            </a:r>
            <a:r>
              <a:rPr lang="en-US" dirty="0" err="1"/>
              <a:t>Erwis</a:t>
            </a:r>
            <a:r>
              <a:rPr lang="en-US" dirty="0"/>
              <a:t> </a:t>
            </a:r>
            <a:r>
              <a:rPr lang="en-US" dirty="0" err="1"/>
              <a:t>Wandoko</a:t>
            </a:r>
            <a:endParaRPr lang="en-US" dirty="0"/>
          </a:p>
          <a:p>
            <a:r>
              <a:rPr lang="en-US" dirty="0"/>
              <a:t>M. </a:t>
            </a:r>
            <a:r>
              <a:rPr lang="en-US" dirty="0" err="1"/>
              <a:t>Dhimas</a:t>
            </a:r>
            <a:r>
              <a:rPr lang="en-US" dirty="0"/>
              <a:t> Agung </a:t>
            </a:r>
            <a:r>
              <a:rPr lang="en-US" dirty="0" err="1"/>
              <a:t>Sugiharto</a:t>
            </a:r>
            <a:endParaRPr lang="en-US" dirty="0"/>
          </a:p>
          <a:p>
            <a:r>
              <a:rPr lang="en-US" dirty="0"/>
              <a:t>Yasmin Kamila</a:t>
            </a:r>
          </a:p>
          <a:p>
            <a:r>
              <a:rPr lang="en-US" dirty="0" err="1"/>
              <a:t>Muh.idris</a:t>
            </a:r>
            <a:endParaRPr lang="en-US" dirty="0"/>
          </a:p>
          <a:p>
            <a:r>
              <a:rPr lang="en-US" dirty="0"/>
              <a:t>Wahid </a:t>
            </a:r>
            <a:r>
              <a:rPr lang="en-US" dirty="0" err="1"/>
              <a:t>Setio</a:t>
            </a:r>
            <a:r>
              <a:rPr lang="en-US" dirty="0"/>
              <a:t> </a:t>
            </a:r>
            <a:r>
              <a:rPr lang="en-US" dirty="0" err="1"/>
              <a:t>Darmadi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DFAABE-C6A3-469E-AE5F-4C4E838A3B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552977" y="609600"/>
            <a:ext cx="1344317" cy="145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279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D7DFF20-967E-4C09-A912-29D3790CFE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5915445"/>
              </p:ext>
            </p:extLst>
          </p:nvPr>
        </p:nvGraphicFramePr>
        <p:xfrm>
          <a:off x="1371600" y="1269999"/>
          <a:ext cx="8424333" cy="5164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9463E2F-DAF3-407E-AEE4-12D219DC9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224839"/>
            <a:ext cx="8839201" cy="860400"/>
          </a:xfrm>
        </p:spPr>
        <p:txBody>
          <a:bodyPr/>
          <a:lstStyle/>
          <a:p>
            <a:r>
              <a:rPr lang="en-US" dirty="0"/>
              <a:t>Data preprocessing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2EBBF7-C84C-4E05-8411-A6A62E80449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11446933" y="1"/>
            <a:ext cx="745067" cy="80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38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65C56-73BD-4E9E-8DD9-4DE407EF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</a:t>
            </a:r>
            <a:r>
              <a:rPr lang="en-US" sz="3600" b="1" dirty="0"/>
              <a:t> Mount To Drive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C6E76A-DA5D-4D92-8A73-A143561592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1446933" y="1"/>
            <a:ext cx="745067" cy="8071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9BCF18-8E62-4638-B4F9-10CAF03173E3}"/>
              </a:ext>
            </a:extLst>
          </p:cNvPr>
          <p:cNvSpPr/>
          <p:nvPr/>
        </p:nvSpPr>
        <p:spPr>
          <a:xfrm>
            <a:off x="685801" y="1811867"/>
            <a:ext cx="8187266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google.colab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drive</a:t>
            </a:r>
          </a:p>
          <a:p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drive.mount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'/content/drive'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67942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65C56-73BD-4E9E-8DD9-4DE407EF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</a:t>
            </a:r>
            <a:r>
              <a:rPr lang="en-US" sz="3600" b="1" dirty="0"/>
              <a:t> Extract Data </a:t>
            </a:r>
            <a:r>
              <a:rPr lang="en-US" sz="3600" b="1" dirty="0" err="1"/>
              <a:t>Ke</a:t>
            </a:r>
            <a:r>
              <a:rPr lang="en-US" sz="3600" b="1" dirty="0"/>
              <a:t> Local </a:t>
            </a:r>
            <a:r>
              <a:rPr lang="en-US" sz="3600" b="1" dirty="0" err="1"/>
              <a:t>Colabs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9DECE9-86A6-4145-B861-03D1553251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1446933" y="1"/>
            <a:ext cx="745067" cy="8071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322D608-A7B4-491F-A109-5E41C49BC480}"/>
              </a:ext>
            </a:extLst>
          </p:cNvPr>
          <p:cNvSpPr/>
          <p:nvPr/>
        </p:nvSpPr>
        <p:spPr>
          <a:xfrm>
            <a:off x="685801" y="1811867"/>
            <a:ext cx="9414932" cy="14562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!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tar -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xzf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"/content/drive/</a:t>
            </a:r>
            <a:r>
              <a:rPr lang="en-US" sz="1600" b="1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MyDrive</a:t>
            </a:r>
            <a:r>
              <a:rPr lang="en-US" sz="1600" b="1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sz="1600" b="1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Colab</a:t>
            </a:r>
            <a:r>
              <a:rPr lang="en-US" sz="1600" b="1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Notebooks/Data/liputan6_data.tar.gz"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-C </a:t>
            </a:r>
            <a:r>
              <a:rPr lang="en-US" sz="1600" b="1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"/content/</a:t>
            </a:r>
            <a:r>
              <a:rPr lang="en-US" sz="1600" b="1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sample_data</a:t>
            </a:r>
            <a:r>
              <a:rPr lang="en-US" sz="1600" b="1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endParaRPr lang="en-US" sz="1600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75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65C56-73BD-4E9E-8DD9-4DE407EF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1" y="203200"/>
            <a:ext cx="10131425" cy="807115"/>
          </a:xfrm>
        </p:spPr>
        <p:txBody>
          <a:bodyPr/>
          <a:lstStyle/>
          <a:p>
            <a:r>
              <a:rPr lang="en-US" dirty="0"/>
              <a:t>3.</a:t>
            </a:r>
            <a:r>
              <a:rPr lang="en-US" sz="3600" b="1" dirty="0"/>
              <a:t> Load dataset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E30741-FEDC-42DB-8F01-14352CBB42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1446933" y="1"/>
            <a:ext cx="745067" cy="807114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0D52357-19C9-486E-B88A-553A506D37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5821104"/>
              </p:ext>
            </p:extLst>
          </p:nvPr>
        </p:nvGraphicFramePr>
        <p:xfrm>
          <a:off x="457201" y="1185333"/>
          <a:ext cx="6811817" cy="16132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63E5513-0410-41B9-880C-477D796CC4C4}"/>
              </a:ext>
            </a:extLst>
          </p:cNvPr>
          <p:cNvSpPr txBox="1"/>
          <p:nvPr/>
        </p:nvSpPr>
        <p:spPr>
          <a:xfrm>
            <a:off x="0" y="3003654"/>
            <a:ext cx="1199803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{</a:t>
            </a:r>
          </a:p>
          <a:p>
            <a:r>
              <a:rPr lang="en-US" sz="1400" b="1" dirty="0"/>
              <a:t>	'id': 89284, </a:t>
            </a:r>
          </a:p>
          <a:p>
            <a:r>
              <a:rPr lang="en-US" sz="1400" b="1" dirty="0"/>
              <a:t>	'</a:t>
            </a:r>
            <a:r>
              <a:rPr lang="en-US" sz="1400" b="1" dirty="0" err="1"/>
              <a:t>url</a:t>
            </a:r>
            <a:r>
              <a:rPr lang="en-US" sz="1400" b="1" dirty="0"/>
              <a:t>': 'https://www.liputan6.com/news/read/89284/</a:t>
            </a:r>
            <a:r>
              <a:rPr lang="en-US" sz="1400" b="1" dirty="0" err="1"/>
              <a:t>burung-perkutut-asal-malaysia-dimusnahkan</a:t>
            </a:r>
            <a:r>
              <a:rPr lang="en-US" sz="1400" b="1" dirty="0"/>
              <a:t>’,</a:t>
            </a:r>
          </a:p>
          <a:p>
            <a:r>
              <a:rPr lang="en-US" sz="1400" b="1" dirty="0"/>
              <a:t>	'</a:t>
            </a:r>
            <a:r>
              <a:rPr lang="en-US" sz="1400" b="1" dirty="0" err="1"/>
              <a:t>clean_article</a:t>
            </a:r>
            <a:r>
              <a:rPr lang="en-US" sz="1400" b="1" dirty="0"/>
              <a:t>’: [ </a:t>
            </a:r>
          </a:p>
          <a:p>
            <a:r>
              <a:rPr lang="en-US" sz="1400" b="1" dirty="0"/>
              <a:t>		['Liputan6', '.', 'com', ',’, 'Surabaya', ':’, '</a:t>
            </a:r>
            <a:r>
              <a:rPr lang="en-US" sz="1400" b="1" dirty="0" err="1"/>
              <a:t>Balai</a:t>
            </a:r>
            <a:r>
              <a:rPr lang="en-US" sz="1400" b="1" dirty="0"/>
              <a:t>', '</a:t>
            </a:r>
            <a:r>
              <a:rPr lang="en-US" sz="1400" b="1" dirty="0" err="1"/>
              <a:t>Karantina</a:t>
            </a:r>
            <a:r>
              <a:rPr lang="en-US" sz="1400" b="1" dirty="0"/>
              <a:t>', '</a:t>
            </a:r>
            <a:r>
              <a:rPr lang="en-US" sz="1400" b="1" dirty="0" err="1"/>
              <a:t>Hewan</a:t>
            </a:r>
            <a:r>
              <a:rPr lang="en-US" sz="1400" b="1" dirty="0"/>
              <a:t>', '</a:t>
            </a:r>
            <a:r>
              <a:rPr lang="en-US" sz="1400" b="1" dirty="0" err="1"/>
              <a:t>Tanjungperak</a:t>
            </a:r>
            <a:r>
              <a:rPr lang="en-US" sz="1400" b="1" dirty="0"/>
              <a:t>', ',', 'Surabaya', ',', '</a:t>
            </a:r>
            <a:r>
              <a:rPr lang="en-US" sz="1400" b="1" dirty="0" err="1"/>
              <a:t>Jawa</a:t>
            </a:r>
            <a:r>
              <a:rPr lang="en-US" sz="1400" b="1" dirty="0"/>
              <a:t>', 'Timur’, ',', '</a:t>
            </a:r>
            <a:r>
              <a:rPr lang="en-US" sz="1400" b="1" dirty="0" err="1"/>
              <a:t>memusnahkan</a:t>
            </a:r>
            <a:r>
              <a:rPr lang="en-US" sz="1400" b="1" dirty="0"/>
              <a:t>’</a:t>
            </a:r>
          </a:p>
          <a:p>
            <a:r>
              <a:rPr lang="en-US" sz="1400" b="1" dirty="0"/>
              <a:t>		, '14', '</a:t>
            </a:r>
            <a:r>
              <a:rPr lang="en-US" sz="1400" b="1" dirty="0" err="1"/>
              <a:t>ekor</a:t>
            </a:r>
            <a:r>
              <a:rPr lang="en-US" sz="1400" b="1" dirty="0"/>
              <a:t>', '</a:t>
            </a:r>
            <a:r>
              <a:rPr lang="en-US" sz="1400" b="1" dirty="0" err="1"/>
              <a:t>burung</a:t>
            </a:r>
            <a:r>
              <a:rPr lang="en-US" sz="1400" b="1" dirty="0"/>
              <a:t>','</a:t>
            </a:r>
            <a:r>
              <a:rPr lang="en-US" sz="1400" b="1" dirty="0" err="1"/>
              <a:t>perkutut</a:t>
            </a:r>
            <a:r>
              <a:rPr lang="en-US" sz="1400" b="1" dirty="0"/>
              <a:t>', 'dan', '</a:t>
            </a:r>
            <a:r>
              <a:rPr lang="en-US" sz="1400" b="1" dirty="0" err="1"/>
              <a:t>seekor</a:t>
            </a:r>
            <a:r>
              <a:rPr lang="en-US" sz="1400" b="1" dirty="0"/>
              <a:t>', '</a:t>
            </a:r>
            <a:r>
              <a:rPr lang="en-US" sz="1400" b="1" dirty="0" err="1"/>
              <a:t>burung</a:t>
            </a:r>
            <a:r>
              <a:rPr lang="en-US" sz="1400" b="1" dirty="0"/>
              <a:t>', '</a:t>
            </a:r>
            <a:r>
              <a:rPr lang="en-US" sz="1400" b="1" dirty="0" err="1"/>
              <a:t>jalak</a:t>
            </a:r>
            <a:r>
              <a:rPr lang="en-US" sz="1400" b="1" dirty="0"/>
              <a:t>’, '</a:t>
            </a:r>
            <a:r>
              <a:rPr lang="en-US" sz="1400" b="1" dirty="0" err="1"/>
              <a:t>asal</a:t>
            </a:r>
            <a:r>
              <a:rPr lang="en-US" sz="1400" b="1" dirty="0"/>
              <a:t>', 'Malaysia', ',', '</a:t>
            </a:r>
            <a:r>
              <a:rPr lang="en-US" sz="1400" b="1" dirty="0" err="1"/>
              <a:t>baru-baru</a:t>
            </a:r>
            <a:r>
              <a:rPr lang="en-US" sz="1400" b="1" dirty="0"/>
              <a:t>', '</a:t>
            </a:r>
            <a:r>
              <a:rPr lang="en-US" sz="1400" b="1" dirty="0" err="1"/>
              <a:t>ini</a:t>
            </a:r>
            <a:r>
              <a:rPr lang="en-US" sz="1400" b="1" dirty="0"/>
              <a:t>', '.'], ['</a:t>
            </a:r>
            <a:r>
              <a:rPr lang="en-US" sz="1400" b="1" dirty="0" err="1"/>
              <a:t>Unggas</a:t>
            </a:r>
            <a:r>
              <a:rPr lang="en-US" sz="1400" b="1" dirty="0"/>
              <a:t>’</a:t>
            </a:r>
          </a:p>
          <a:p>
            <a:r>
              <a:rPr lang="en-US" sz="1400" b="1" dirty="0"/>
              <a:t>		, '</a:t>
            </a:r>
            <a:r>
              <a:rPr lang="en-US" sz="1400" b="1" dirty="0" err="1"/>
              <a:t>tersebut</a:t>
            </a:r>
            <a:r>
              <a:rPr lang="en-US" sz="1400" b="1" dirty="0"/>
              <a:t>', '</a:t>
            </a:r>
            <a:r>
              <a:rPr lang="en-US" sz="1400" b="1" dirty="0" err="1"/>
              <a:t>dicurigai</a:t>
            </a:r>
            <a:r>
              <a:rPr lang="en-US" sz="1400" b="1" dirty="0"/>
              <a:t>’, '</a:t>
            </a:r>
            <a:r>
              <a:rPr lang="en-US" sz="1400" b="1" dirty="0" err="1"/>
              <a:t>terinfeksi</a:t>
            </a:r>
            <a:r>
              <a:rPr lang="en-US" sz="1400" b="1" dirty="0"/>
              <a:t>', 'virus', 'flu', '</a:t>
            </a:r>
            <a:r>
              <a:rPr lang="en-US" sz="1400" b="1" dirty="0" err="1"/>
              <a:t>burung</a:t>
            </a:r>
            <a:r>
              <a:rPr lang="en-US" sz="1400" b="1" dirty="0"/>
              <a:t>', 'yang', '</a:t>
            </a:r>
            <a:r>
              <a:rPr lang="en-US" sz="1400" b="1" dirty="0" err="1"/>
              <a:t>belum</a:t>
            </a:r>
            <a:r>
              <a:rPr lang="en-US" sz="1400" b="1" dirty="0"/>
              <a:t>', 'lama', '</a:t>
            </a:r>
            <a:r>
              <a:rPr lang="en-US" sz="1400" b="1" dirty="0" err="1"/>
              <a:t>ini</a:t>
            </a:r>
            <a:r>
              <a:rPr lang="en-US" sz="1400" b="1" dirty="0"/>
              <a:t>', '</a:t>
            </a:r>
            <a:r>
              <a:rPr lang="en-US" sz="1400" b="1" dirty="0" err="1"/>
              <a:t>menyerang</a:t>
            </a:r>
            <a:r>
              <a:rPr lang="en-US" sz="1400" b="1" dirty="0"/>
              <a:t>', 'Malaysia', '.’]</a:t>
            </a:r>
          </a:p>
          <a:p>
            <a:r>
              <a:rPr lang="en-US" sz="1400" b="1" dirty="0"/>
              <a:t>		, ['</a:t>
            </a:r>
            <a:r>
              <a:rPr lang="en-US" sz="1400" b="1" dirty="0" err="1"/>
              <a:t>Sebelum</a:t>
            </a:r>
            <a:r>
              <a:rPr lang="en-US" sz="1400" b="1" dirty="0"/>
              <a:t>', '</a:t>
            </a:r>
            <a:r>
              <a:rPr lang="en-US" sz="1400" b="1" dirty="0" err="1"/>
              <a:t>dibakar</a:t>
            </a:r>
            <a:r>
              <a:rPr lang="en-US" sz="1400" b="1" dirty="0"/>
              <a:t>', ',', '</a:t>
            </a:r>
            <a:r>
              <a:rPr lang="en-US" sz="1400" b="1" dirty="0" err="1"/>
              <a:t>burung</a:t>
            </a:r>
            <a:r>
              <a:rPr lang="en-US" sz="1400" b="1" dirty="0"/>
              <a:t>', '</a:t>
            </a:r>
            <a:r>
              <a:rPr lang="en-US" sz="1400" b="1" dirty="0" err="1"/>
              <a:t>disuntik</a:t>
            </a:r>
            <a:r>
              <a:rPr lang="en-US" sz="1400" b="1" dirty="0"/>
              <a:t>', '</a:t>
            </a:r>
            <a:r>
              <a:rPr lang="en-US" sz="1400" b="1" dirty="0" err="1"/>
              <a:t>dengan</a:t>
            </a:r>
            <a:r>
              <a:rPr lang="en-US" sz="1400" b="1" dirty="0"/>
              <a:t>', '</a:t>
            </a:r>
            <a:r>
              <a:rPr lang="en-US" sz="1400" b="1" dirty="0" err="1"/>
              <a:t>cairan</a:t>
            </a:r>
            <a:r>
              <a:rPr lang="en-US" sz="1400" b="1" dirty="0"/>
              <a:t>', '</a:t>
            </a:r>
            <a:r>
              <a:rPr lang="en-US" sz="1400" b="1" dirty="0" err="1"/>
              <a:t>kimia</a:t>
            </a:r>
            <a:r>
              <a:rPr lang="en-US" sz="1400" b="1" dirty="0"/>
              <a:t>', 'agar', '</a:t>
            </a:r>
            <a:r>
              <a:rPr lang="en-US" sz="1400" b="1" dirty="0" err="1"/>
              <a:t>mati</a:t>
            </a:r>
            <a:r>
              <a:rPr lang="en-US" sz="1400" b="1" dirty="0"/>
              <a:t>', '</a:t>
            </a:r>
            <a:r>
              <a:rPr lang="en-US" sz="1400" b="1" dirty="0" err="1"/>
              <a:t>secara</a:t>
            </a:r>
            <a:r>
              <a:rPr lang="en-US" sz="1400" b="1" dirty="0"/>
              <a:t>', '</a:t>
            </a:r>
            <a:r>
              <a:rPr lang="en-US" sz="1400" b="1" dirty="0" err="1"/>
              <a:t>layak</a:t>
            </a:r>
            <a:r>
              <a:rPr lang="en-US" sz="1400" b="1" dirty="0"/>
              <a:t>', '.’]</a:t>
            </a:r>
          </a:p>
          <a:p>
            <a:r>
              <a:rPr lang="en-US" sz="1400" b="1" dirty="0"/>
              <a:t>		, ['Cara', '</a:t>
            </a:r>
            <a:r>
              <a:rPr lang="en-US" sz="1400" b="1" dirty="0" err="1"/>
              <a:t>demikian</a:t>
            </a:r>
            <a:r>
              <a:rPr lang="en-US" sz="1400" b="1" dirty="0"/>
              <a:t>', '</a:t>
            </a:r>
            <a:r>
              <a:rPr lang="en-US" sz="1400" b="1" dirty="0" err="1"/>
              <a:t>cukup</a:t>
            </a:r>
            <a:r>
              <a:rPr lang="en-US" sz="1400" b="1" dirty="0"/>
              <a:t>', '</a:t>
            </a:r>
            <a:r>
              <a:rPr lang="en-US" sz="1400" b="1" dirty="0" err="1"/>
              <a:t>efektif</a:t>
            </a:r>
            <a:r>
              <a:rPr lang="en-US" sz="1400" b="1" dirty="0"/>
              <a:t>', '</a:t>
            </a:r>
            <a:r>
              <a:rPr lang="en-US" sz="1400" b="1" dirty="0" err="1"/>
              <a:t>untuk</a:t>
            </a:r>
            <a:r>
              <a:rPr lang="en-US" sz="1400" b="1" dirty="0"/>
              <a:t>', '</a:t>
            </a:r>
            <a:r>
              <a:rPr lang="en-US" sz="1400" b="1" dirty="0" err="1"/>
              <a:t>mematikan</a:t>
            </a:r>
            <a:r>
              <a:rPr lang="en-US" sz="1400" b="1" dirty="0"/>
              <a:t>', 'virus', '</a:t>
            </a:r>
            <a:r>
              <a:rPr lang="en-US" sz="1400" b="1" dirty="0" err="1"/>
              <a:t>penyakit</a:t>
            </a:r>
            <a:r>
              <a:rPr lang="en-US" sz="1400" b="1" dirty="0"/>
              <a:t>', 'flu', '</a:t>
            </a:r>
            <a:r>
              <a:rPr lang="en-US" sz="1400" b="1" dirty="0" err="1"/>
              <a:t>burung</a:t>
            </a:r>
            <a:r>
              <a:rPr lang="en-US" sz="1400" b="1" dirty="0"/>
              <a:t>', '.’]</a:t>
            </a:r>
          </a:p>
          <a:p>
            <a:r>
              <a:rPr lang="en-US" sz="1400" b="1" dirty="0"/>
              <a:t>			]</a:t>
            </a:r>
          </a:p>
          <a:p>
            <a:r>
              <a:rPr lang="en-US" sz="1400" b="1" dirty="0"/>
              <a:t>	, '</a:t>
            </a:r>
            <a:r>
              <a:rPr lang="en-US" sz="1400" b="1" dirty="0" err="1"/>
              <a:t>clean_summary</a:t>
            </a:r>
            <a:r>
              <a:rPr lang="en-US" sz="1400" b="1" dirty="0"/>
              <a:t>': [['</a:t>
            </a:r>
            <a:r>
              <a:rPr lang="en-US" sz="1400" b="1" dirty="0" err="1"/>
              <a:t>Balai</a:t>
            </a:r>
            <a:r>
              <a:rPr lang="en-US" sz="1400" b="1" dirty="0"/>
              <a:t>', '</a:t>
            </a:r>
            <a:r>
              <a:rPr lang="en-US" sz="1400" b="1" dirty="0" err="1"/>
              <a:t>Karantina</a:t>
            </a:r>
            <a:r>
              <a:rPr lang="en-US" sz="1400" b="1" dirty="0"/>
              <a:t>', '</a:t>
            </a:r>
            <a:r>
              <a:rPr lang="en-US" sz="1400" b="1" dirty="0" err="1"/>
              <a:t>Hewan</a:t>
            </a:r>
            <a:r>
              <a:rPr lang="en-US" sz="1400" b="1" dirty="0"/>
              <a:t>', '</a:t>
            </a:r>
            <a:r>
              <a:rPr lang="en-US" sz="1400" b="1" dirty="0" err="1"/>
              <a:t>Tanjungperak</a:t>
            </a:r>
            <a:r>
              <a:rPr lang="en-US" sz="1400" b="1" dirty="0"/>
              <a:t>', '</a:t>
            </a:r>
            <a:r>
              <a:rPr lang="en-US" sz="1400" b="1" dirty="0" err="1"/>
              <a:t>khawatir</a:t>
            </a:r>
            <a:r>
              <a:rPr lang="en-US" sz="1400" b="1" dirty="0"/>
              <a:t>', '14', '</a:t>
            </a:r>
            <a:r>
              <a:rPr lang="en-US" sz="1400" b="1" dirty="0" err="1"/>
              <a:t>ekor</a:t>
            </a:r>
            <a:r>
              <a:rPr lang="en-US" sz="1400" b="1" dirty="0"/>
              <a:t>', '</a:t>
            </a:r>
            <a:r>
              <a:rPr lang="en-US" sz="1400" b="1" dirty="0" err="1"/>
              <a:t>burung</a:t>
            </a:r>
            <a:r>
              <a:rPr lang="en-US" sz="1400" b="1" dirty="0"/>
              <a:t>', '</a:t>
            </a:r>
            <a:r>
              <a:rPr lang="en-US" sz="1400" b="1" dirty="0" err="1"/>
              <a:t>perkutut</a:t>
            </a:r>
            <a:r>
              <a:rPr lang="en-US" sz="1400" b="1" dirty="0"/>
              <a:t>’</a:t>
            </a:r>
          </a:p>
          <a:p>
            <a:r>
              <a:rPr lang="en-US" sz="1400" b="1" dirty="0"/>
              <a:t>			, 'dan', '</a:t>
            </a:r>
            <a:r>
              <a:rPr lang="en-US" sz="1400" b="1" dirty="0" err="1"/>
              <a:t>seekor</a:t>
            </a:r>
            <a:r>
              <a:rPr lang="en-US" sz="1400" b="1" dirty="0"/>
              <a:t>', '</a:t>
            </a:r>
            <a:r>
              <a:rPr lang="en-US" sz="1400" b="1" dirty="0" err="1"/>
              <a:t>jalak</a:t>
            </a:r>
            <a:r>
              <a:rPr lang="en-US" sz="1400" b="1" dirty="0"/>
              <a:t>', 'yang', '</a:t>
            </a:r>
            <a:r>
              <a:rPr lang="en-US" sz="1400" b="1" dirty="0" err="1"/>
              <a:t>dikirim</a:t>
            </a:r>
            <a:r>
              <a:rPr lang="en-US" sz="1400" b="1" dirty="0"/>
              <a:t>', '</a:t>
            </a:r>
            <a:r>
              <a:rPr lang="en-US" sz="1400" b="1" dirty="0" err="1"/>
              <a:t>melalui</a:t>
            </a:r>
            <a:r>
              <a:rPr lang="en-US" sz="1400" b="1" dirty="0"/>
              <a:t>', 'Pelabuhan', '</a:t>
            </a:r>
            <a:r>
              <a:rPr lang="en-US" sz="1400" b="1" dirty="0" err="1"/>
              <a:t>Tanjungperak</a:t>
            </a:r>
            <a:r>
              <a:rPr lang="en-US" sz="1400" b="1" dirty="0"/>
              <a:t>', '</a:t>
            </a:r>
            <a:r>
              <a:rPr lang="en-US" sz="1400" b="1" dirty="0" err="1"/>
              <a:t>terinfeksi</a:t>
            </a:r>
            <a:r>
              <a:rPr lang="en-US" sz="1400" b="1" dirty="0"/>
              <a:t>', 'flu', '</a:t>
            </a:r>
            <a:r>
              <a:rPr lang="en-US" sz="1400" b="1" dirty="0" err="1"/>
              <a:t>burung</a:t>
            </a:r>
            <a:r>
              <a:rPr lang="en-US" sz="1400" b="1" dirty="0"/>
              <a:t>', '.’]</a:t>
            </a:r>
          </a:p>
          <a:p>
            <a:r>
              <a:rPr lang="en-US" sz="1400" b="1" dirty="0"/>
              <a:t>			, ['</a:t>
            </a:r>
            <a:r>
              <a:rPr lang="en-US" sz="1400" b="1" dirty="0" err="1"/>
              <a:t>Selain</a:t>
            </a:r>
            <a:r>
              <a:rPr lang="en-US" sz="1400" b="1" dirty="0"/>
              <a:t>', '</a:t>
            </a:r>
            <a:r>
              <a:rPr lang="en-US" sz="1400" b="1" dirty="0" err="1"/>
              <a:t>itu</a:t>
            </a:r>
            <a:r>
              <a:rPr lang="en-US" sz="1400" b="1" dirty="0"/>
              <a:t>', ',', '</a:t>
            </a:r>
            <a:r>
              <a:rPr lang="en-US" sz="1400" b="1" dirty="0" err="1"/>
              <a:t>dokumen</a:t>
            </a:r>
            <a:r>
              <a:rPr lang="en-US" sz="1400" b="1" dirty="0"/>
              <a:t>', '</a:t>
            </a:r>
            <a:r>
              <a:rPr lang="en-US" sz="1400" b="1" dirty="0" err="1"/>
              <a:t>pengiriman</a:t>
            </a:r>
            <a:r>
              <a:rPr lang="en-US" sz="1400" b="1" dirty="0"/>
              <a:t>', 'juga', '</a:t>
            </a:r>
            <a:r>
              <a:rPr lang="en-US" sz="1400" b="1" dirty="0" err="1"/>
              <a:t>tidak</a:t>
            </a:r>
            <a:r>
              <a:rPr lang="en-US" sz="1400" b="1" dirty="0"/>
              <a:t>', '</a:t>
            </a:r>
            <a:r>
              <a:rPr lang="en-US" sz="1400" b="1" dirty="0" err="1"/>
              <a:t>lengkap</a:t>
            </a:r>
            <a:r>
              <a:rPr lang="en-US" sz="1400" b="1" dirty="0"/>
              <a:t>', '.’]]</a:t>
            </a:r>
          </a:p>
          <a:p>
            <a:r>
              <a:rPr lang="en-US" sz="1400" b="1" dirty="0"/>
              <a:t>	, '</a:t>
            </a:r>
            <a:r>
              <a:rPr lang="en-US" sz="1400" b="1" dirty="0" err="1"/>
              <a:t>extractive_summary</a:t>
            </a:r>
            <a:r>
              <a:rPr lang="en-US" sz="1400" b="1" dirty="0"/>
              <a:t>': [0, 1]</a:t>
            </a:r>
          </a:p>
          <a:p>
            <a:r>
              <a:rPr lang="en-US" sz="1400" b="1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114917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65C56-73BD-4E9E-8DD9-4DE407EF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35" y="197515"/>
            <a:ext cx="10131425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4.</a:t>
            </a:r>
            <a:r>
              <a:rPr lang="en-US" sz="3600" b="1" dirty="0"/>
              <a:t> Convert Dataset </a:t>
            </a:r>
            <a:r>
              <a:rPr lang="en-US" sz="3600" b="1" dirty="0" err="1"/>
              <a:t>ke</a:t>
            </a:r>
            <a:r>
              <a:rPr lang="en-US" sz="3600" b="1" dirty="0"/>
              <a:t> </a:t>
            </a:r>
            <a:r>
              <a:rPr lang="en-US" sz="3600" b="1" dirty="0" err="1"/>
              <a:t>teks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E30741-FEDC-42DB-8F01-14352CBB42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1446933" y="1"/>
            <a:ext cx="745067" cy="807114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ED8F1CE-C4AB-44E5-BC42-32FBF96740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8178602"/>
              </p:ext>
            </p:extLst>
          </p:nvPr>
        </p:nvGraphicFramePr>
        <p:xfrm>
          <a:off x="389468" y="1117600"/>
          <a:ext cx="6811817" cy="16132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A220FA6-01A1-428F-AAAA-CD5DB4E086EA}"/>
              </a:ext>
            </a:extLst>
          </p:cNvPr>
          <p:cNvSpPr txBox="1"/>
          <p:nvPr/>
        </p:nvSpPr>
        <p:spPr>
          <a:xfrm>
            <a:off x="304800" y="3041370"/>
            <a:ext cx="11404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{'</a:t>
            </a:r>
            <a:r>
              <a:rPr lang="en-US" dirty="0" err="1"/>
              <a:t>clean_article</a:t>
            </a:r>
            <a:r>
              <a:rPr lang="en-US" dirty="0"/>
              <a:t>': 'Liputan6 . com , </a:t>
            </a:r>
            <a:r>
              <a:rPr lang="en-US" dirty="0" err="1"/>
              <a:t>Tasikmalaya</a:t>
            </a:r>
            <a:r>
              <a:rPr lang="en-US" dirty="0"/>
              <a:t> : </a:t>
            </a:r>
            <a:r>
              <a:rPr lang="en-US" dirty="0" err="1"/>
              <a:t>Penutupan</a:t>
            </a:r>
            <a:r>
              <a:rPr lang="en-US" dirty="0"/>
              <a:t> Kampung Naga di </a:t>
            </a:r>
            <a:r>
              <a:rPr lang="en-US" dirty="0" err="1"/>
              <a:t>Tasikmalaya</a:t>
            </a:r>
            <a:r>
              <a:rPr lang="en-US" dirty="0"/>
              <a:t> , </a:t>
            </a:r>
            <a:r>
              <a:rPr lang="en-US" dirty="0" err="1"/>
              <a:t>Jawa</a:t>
            </a:r>
            <a:r>
              <a:rPr lang="en-US" dirty="0"/>
              <a:t> Barat , oleh </a:t>
            </a:r>
            <a:r>
              <a:rPr lang="en-US" dirty="0" err="1"/>
              <a:t>warga</a:t>
            </a:r>
            <a:r>
              <a:rPr lang="en-US" dirty="0"/>
              <a:t> </a:t>
            </a:r>
            <a:r>
              <a:rPr lang="en-US" dirty="0" err="1"/>
              <a:t>setempat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para </a:t>
            </a:r>
            <a:r>
              <a:rPr lang="en-US" dirty="0" err="1"/>
              <a:t>wisatawan</a:t>
            </a:r>
            <a:r>
              <a:rPr lang="en-US" dirty="0"/>
              <a:t> </a:t>
            </a:r>
            <a:r>
              <a:rPr lang="en-US" dirty="0" err="1"/>
              <a:t>kecewa</a:t>
            </a:r>
            <a:r>
              <a:rPr lang="en-US" dirty="0"/>
              <a:t> . </a:t>
            </a:r>
            <a:r>
              <a:rPr lang="en-US" dirty="0" err="1"/>
              <a:t>Namun</a:t>
            </a:r>
            <a:r>
              <a:rPr lang="en-US" dirty="0"/>
              <a:t> , </a:t>
            </a:r>
            <a:r>
              <a:rPr lang="en-US" dirty="0" err="1"/>
              <a:t>mereka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menerima</a:t>
            </a:r>
            <a:r>
              <a:rPr lang="en-US" dirty="0"/>
              <a:t> </a:t>
            </a:r>
            <a:r>
              <a:rPr lang="en-US" dirty="0" err="1"/>
              <a:t>alasan</a:t>
            </a:r>
            <a:r>
              <a:rPr lang="en-US" dirty="0"/>
              <a:t> </a:t>
            </a:r>
            <a:r>
              <a:rPr lang="en-US" dirty="0" err="1"/>
              <a:t>warga</a:t>
            </a:r>
            <a:r>
              <a:rPr lang="en-US" dirty="0"/>
              <a:t> dan </a:t>
            </a:r>
            <a:r>
              <a:rPr lang="en-US" dirty="0" err="1"/>
              <a:t>meminta</a:t>
            </a:r>
            <a:r>
              <a:rPr lang="en-US" dirty="0"/>
              <a:t> </a:t>
            </a:r>
            <a:r>
              <a:rPr lang="en-US" dirty="0" err="1"/>
              <a:t>pemerintah</a:t>
            </a:r>
            <a:r>
              <a:rPr lang="en-US" dirty="0"/>
              <a:t> </a:t>
            </a:r>
            <a:r>
              <a:rPr lang="en-US" dirty="0" err="1"/>
              <a:t>segera</a:t>
            </a:r>
            <a:r>
              <a:rPr lang="en-US" dirty="0"/>
              <a:t> </a:t>
            </a:r>
            <a:r>
              <a:rPr lang="en-US" dirty="0" err="1"/>
              <a:t>turun</a:t>
            </a:r>
            <a:r>
              <a:rPr lang="en-US" dirty="0"/>
              <a:t> </a:t>
            </a:r>
            <a:r>
              <a:rPr lang="en-US" dirty="0" err="1"/>
              <a:t>tangan</a:t>
            </a:r>
            <a:r>
              <a:rPr lang="en-US" dirty="0"/>
              <a:t>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kesulitan</a:t>
            </a:r>
            <a:r>
              <a:rPr lang="en-US" dirty="0"/>
              <a:t> </a:t>
            </a:r>
            <a:r>
              <a:rPr lang="en-US" dirty="0" err="1"/>
              <a:t>warga</a:t>
            </a:r>
            <a:r>
              <a:rPr lang="en-US" dirty="0"/>
              <a:t> </a:t>
            </a:r>
            <a:r>
              <a:rPr lang="en-US" dirty="0" err="1"/>
              <a:t>adat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minyak</a:t>
            </a:r>
            <a:r>
              <a:rPr lang="en-US" dirty="0"/>
              <a:t> </a:t>
            </a:r>
            <a:r>
              <a:rPr lang="en-US" dirty="0" err="1"/>
              <a:t>tanah</a:t>
            </a:r>
            <a:r>
              <a:rPr lang="en-US" dirty="0"/>
              <a:t> . " Saya </a:t>
            </a:r>
            <a:r>
              <a:rPr lang="en-US" dirty="0" err="1"/>
              <a:t>tentu</a:t>
            </a:r>
            <a:r>
              <a:rPr lang="en-US" dirty="0"/>
              <a:t> </a:t>
            </a:r>
            <a:r>
              <a:rPr lang="en-US" dirty="0" err="1"/>
              <a:t>kecewa</a:t>
            </a:r>
            <a:r>
              <a:rPr lang="en-US" dirty="0"/>
              <a:t> .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</a:t>
            </a:r>
            <a:r>
              <a:rPr lang="en-US" dirty="0" err="1"/>
              <a:t>lalu</a:t>
            </a:r>
            <a:r>
              <a:rPr lang="en-US" dirty="0"/>
              <a:t> ,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keindahan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tradisional</a:t>
            </a:r>
            <a:r>
              <a:rPr lang="en-US" dirty="0"/>
              <a:t> Batak di Sumatra , </a:t>
            </a:r>
            <a:r>
              <a:rPr lang="en-US" dirty="0" err="1"/>
              <a:t>sekarang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kehidupan</a:t>
            </a:r>
            <a:r>
              <a:rPr lang="en-US" dirty="0"/>
              <a:t> </a:t>
            </a:r>
            <a:r>
              <a:rPr lang="en-US" dirty="0" err="1"/>
              <a:t>tradisional</a:t>
            </a:r>
            <a:r>
              <a:rPr lang="en-US" dirty="0"/>
              <a:t> di </a:t>
            </a:r>
            <a:r>
              <a:rPr lang="en-US" dirty="0" err="1"/>
              <a:t>Jawa</a:t>
            </a:r>
            <a:r>
              <a:rPr lang="en-US" dirty="0"/>
              <a:t> , " kata Hans , </a:t>
            </a:r>
            <a:r>
              <a:rPr lang="en-US" dirty="0" err="1"/>
              <a:t>wisatawan</a:t>
            </a:r>
            <a:r>
              <a:rPr lang="en-US" dirty="0"/>
              <a:t> </a:t>
            </a:r>
            <a:r>
              <a:rPr lang="en-US" dirty="0" err="1"/>
              <a:t>asal</a:t>
            </a:r>
            <a:r>
              <a:rPr lang="en-US" dirty="0"/>
              <a:t> Belanda , </a:t>
            </a:r>
            <a:r>
              <a:rPr lang="en-US" dirty="0" err="1"/>
              <a:t>Sabtu</a:t>
            </a:r>
            <a:r>
              <a:rPr lang="en-US" dirty="0"/>
              <a:t> ( 16/5 ) . " Jika </a:t>
            </a:r>
            <a:r>
              <a:rPr lang="en-US" dirty="0" err="1"/>
              <a:t>pemerintah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perhatian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warga</a:t>
            </a:r>
            <a:r>
              <a:rPr lang="en-US" dirty="0"/>
              <a:t> di </a:t>
            </a:r>
            <a:r>
              <a:rPr lang="en-US" dirty="0" err="1"/>
              <a:t>sini</a:t>
            </a:r>
            <a:r>
              <a:rPr lang="en-US" dirty="0"/>
              <a:t> ,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 kalian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. " Kampung Naga </a:t>
            </a:r>
            <a:r>
              <a:rPr lang="en-US" dirty="0" err="1"/>
              <a:t>ditutup</a:t>
            </a:r>
            <a:r>
              <a:rPr lang="en-US" dirty="0"/>
              <a:t> </a:t>
            </a:r>
            <a:r>
              <a:rPr lang="en-US" dirty="0" err="1"/>
              <a:t>sejak</a:t>
            </a:r>
            <a:r>
              <a:rPr lang="en-US" dirty="0"/>
              <a:t> </a:t>
            </a:r>
            <a:r>
              <a:rPr lang="en-US" dirty="0" err="1"/>
              <a:t>Kamis</a:t>
            </a:r>
            <a:r>
              <a:rPr lang="en-US" dirty="0"/>
              <a:t>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warga</a:t>
            </a:r>
            <a:r>
              <a:rPr lang="en-US" dirty="0"/>
              <a:t> </a:t>
            </a:r>
            <a:r>
              <a:rPr lang="en-US" dirty="0" err="1"/>
              <a:t>kesulitan</a:t>
            </a:r>
            <a:r>
              <a:rPr lang="en-US" dirty="0"/>
              <a:t> </a:t>
            </a:r>
            <a:r>
              <a:rPr lang="en-US" dirty="0" err="1"/>
              <a:t>memperoleh</a:t>
            </a:r>
            <a:r>
              <a:rPr lang="en-US" dirty="0"/>
              <a:t> </a:t>
            </a:r>
            <a:r>
              <a:rPr lang="en-US" dirty="0" err="1"/>
              <a:t>minyak</a:t>
            </a:r>
            <a:r>
              <a:rPr lang="en-US" dirty="0"/>
              <a:t> </a:t>
            </a:r>
            <a:r>
              <a:rPr lang="en-US" dirty="0" err="1"/>
              <a:t>tanah</a:t>
            </a:r>
            <a:r>
              <a:rPr lang="en-US" dirty="0"/>
              <a:t> .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hingga</a:t>
            </a:r>
            <a:r>
              <a:rPr lang="en-US" dirty="0"/>
              <a:t> </a:t>
            </a:r>
            <a:r>
              <a:rPr lang="en-US" dirty="0" err="1"/>
              <a:t>kini</a:t>
            </a:r>
            <a:r>
              <a:rPr lang="en-US" dirty="0"/>
              <a:t>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mendapat</a:t>
            </a:r>
            <a:r>
              <a:rPr lang="en-US" dirty="0"/>
              <a:t> </a:t>
            </a:r>
            <a:r>
              <a:rPr lang="en-US" dirty="0" err="1"/>
              <a:t>perhatian</a:t>
            </a:r>
            <a:r>
              <a:rPr lang="en-US" dirty="0"/>
              <a:t> </a:t>
            </a:r>
            <a:r>
              <a:rPr lang="en-US" dirty="0" err="1"/>
              <a:t>pemerintah</a:t>
            </a:r>
            <a:r>
              <a:rPr lang="en-US" dirty="0"/>
              <a:t> </a:t>
            </a:r>
            <a:r>
              <a:rPr lang="en-US" dirty="0" err="1"/>
              <a:t>setempat</a:t>
            </a:r>
            <a:r>
              <a:rPr lang="en-US" dirty="0"/>
              <a:t> . </a:t>
            </a:r>
            <a:r>
              <a:rPr lang="en-US" dirty="0" err="1"/>
              <a:t>Warga</a:t>
            </a:r>
            <a:r>
              <a:rPr lang="en-US" dirty="0"/>
              <a:t> </a:t>
            </a:r>
            <a:r>
              <a:rPr lang="en-US" dirty="0" err="1"/>
              <a:t>meminta</a:t>
            </a:r>
            <a:r>
              <a:rPr lang="en-US" dirty="0"/>
              <a:t> </a:t>
            </a:r>
            <a:r>
              <a:rPr lang="en-US" dirty="0" err="1"/>
              <a:t>pemerintah</a:t>
            </a:r>
            <a:r>
              <a:rPr lang="en-US" dirty="0"/>
              <a:t> </a:t>
            </a:r>
            <a:r>
              <a:rPr lang="en-US" dirty="0" err="1"/>
              <a:t>menyediakan</a:t>
            </a:r>
            <a:r>
              <a:rPr lang="en-US" dirty="0"/>
              <a:t> </a:t>
            </a:r>
            <a:r>
              <a:rPr lang="en-US" dirty="0" err="1"/>
              <a:t>minyak</a:t>
            </a:r>
            <a:r>
              <a:rPr lang="en-US" dirty="0"/>
              <a:t> </a:t>
            </a:r>
            <a:r>
              <a:rPr lang="en-US" dirty="0" err="1"/>
              <a:t>tanah</a:t>
            </a:r>
            <a:r>
              <a:rPr lang="en-US" dirty="0"/>
              <a:t> </a:t>
            </a:r>
            <a:r>
              <a:rPr lang="en-US" dirty="0" err="1"/>
              <a:t>murah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penerangan</a:t>
            </a:r>
            <a:r>
              <a:rPr lang="en-US" dirty="0"/>
              <a:t> [ </a:t>
            </a:r>
            <a:r>
              <a:rPr lang="en-US" dirty="0" err="1"/>
              <a:t>baca</a:t>
            </a:r>
            <a:r>
              <a:rPr lang="en-US" dirty="0"/>
              <a:t> : Kampung Naga </a:t>
            </a:r>
            <a:r>
              <a:rPr lang="en-US" dirty="0" err="1"/>
              <a:t>Terancam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Kenangan</a:t>
            </a:r>
            <a:r>
              <a:rPr lang="en-US" dirty="0"/>
              <a:t> ] . ( BOG/</a:t>
            </a:r>
            <a:r>
              <a:rPr lang="en-US" dirty="0" err="1"/>
              <a:t>Eko</a:t>
            </a:r>
            <a:r>
              <a:rPr lang="en-US" dirty="0"/>
              <a:t> </a:t>
            </a:r>
            <a:r>
              <a:rPr lang="en-US" dirty="0" err="1"/>
              <a:t>Setyabudi</a:t>
            </a:r>
            <a:r>
              <a:rPr lang="en-US" dirty="0"/>
              <a:t> ) .',</a:t>
            </a:r>
          </a:p>
          <a:p>
            <a:r>
              <a:rPr lang="en-US" dirty="0"/>
              <a:t>  '</a:t>
            </a:r>
            <a:r>
              <a:rPr lang="en-US" dirty="0" err="1"/>
              <a:t>clean_summary</a:t>
            </a:r>
            <a:r>
              <a:rPr lang="en-US" dirty="0"/>
              <a:t>': '</a:t>
            </a:r>
            <a:r>
              <a:rPr lang="en-US" dirty="0" err="1"/>
              <a:t>Penutupan</a:t>
            </a:r>
            <a:r>
              <a:rPr lang="en-US" dirty="0"/>
              <a:t> Kampung Naga , </a:t>
            </a:r>
            <a:r>
              <a:rPr lang="en-US" dirty="0" err="1"/>
              <a:t>Tasikmalaya</a:t>
            </a:r>
            <a:r>
              <a:rPr lang="en-US" dirty="0"/>
              <a:t> , </a:t>
            </a:r>
            <a:r>
              <a:rPr lang="en-US" dirty="0" err="1"/>
              <a:t>Jabar</a:t>
            </a:r>
            <a:r>
              <a:rPr lang="en-US" dirty="0"/>
              <a:t> , oleh </a:t>
            </a:r>
            <a:r>
              <a:rPr lang="en-US" dirty="0" err="1"/>
              <a:t>warga</a:t>
            </a:r>
            <a:r>
              <a:rPr lang="en-US" dirty="0"/>
              <a:t> </a:t>
            </a:r>
            <a:r>
              <a:rPr lang="en-US" dirty="0" err="1"/>
              <a:t>setempat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para </a:t>
            </a:r>
            <a:r>
              <a:rPr lang="en-US" dirty="0" err="1"/>
              <a:t>wisatawan</a:t>
            </a:r>
            <a:r>
              <a:rPr lang="en-US" dirty="0"/>
              <a:t> </a:t>
            </a:r>
            <a:r>
              <a:rPr lang="en-US" dirty="0" err="1"/>
              <a:t>kecewa</a:t>
            </a:r>
            <a:r>
              <a:rPr lang="en-US" dirty="0"/>
              <a:t> . </a:t>
            </a:r>
            <a:r>
              <a:rPr lang="en-US" dirty="0" err="1"/>
              <a:t>Namun</a:t>
            </a:r>
            <a:r>
              <a:rPr lang="en-US" dirty="0"/>
              <a:t> , </a:t>
            </a:r>
            <a:r>
              <a:rPr lang="en-US" dirty="0" err="1"/>
              <a:t>mereka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menerima</a:t>
            </a:r>
            <a:r>
              <a:rPr lang="en-US" dirty="0"/>
              <a:t> </a:t>
            </a:r>
            <a:r>
              <a:rPr lang="en-US" dirty="0" err="1"/>
              <a:t>alasan</a:t>
            </a:r>
            <a:r>
              <a:rPr lang="en-US" dirty="0"/>
              <a:t> </a:t>
            </a:r>
            <a:r>
              <a:rPr lang="en-US" dirty="0" err="1"/>
              <a:t>warga</a:t>
            </a:r>
            <a:r>
              <a:rPr lang="en-US" dirty="0"/>
              <a:t> .',</a:t>
            </a:r>
          </a:p>
          <a:p>
            <a:r>
              <a:rPr lang="en-US" dirty="0"/>
              <a:t>  '</a:t>
            </a:r>
            <a:r>
              <a:rPr lang="en-US" dirty="0" err="1"/>
              <a:t>extractive_summary</a:t>
            </a:r>
            <a:r>
              <a:rPr lang="en-US" dirty="0"/>
              <a:t>': [0, 1]}</a:t>
            </a:r>
          </a:p>
        </p:txBody>
      </p:sp>
    </p:spTree>
    <p:extLst>
      <p:ext uri="{BB962C8B-B14F-4D97-AF65-F5344CB8AC3E}">
        <p14:creationId xmlns:p14="http://schemas.microsoft.com/office/powerpoint/2010/main" val="3708555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65C56-73BD-4E9E-8DD9-4DE407EF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</a:t>
            </a:r>
            <a:r>
              <a:rPr lang="en-US" sz="3600" b="1" dirty="0"/>
              <a:t> Pre Processing (Cleaning)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6ED239-73E9-42C8-AE11-A3D027A80DE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1446933" y="1"/>
            <a:ext cx="745067" cy="807114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169AC71-4B74-49B6-B072-0CC93B100C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5898942"/>
              </p:ext>
            </p:extLst>
          </p:nvPr>
        </p:nvGraphicFramePr>
        <p:xfrm>
          <a:off x="397933" y="2421466"/>
          <a:ext cx="11396134" cy="2015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94972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65C56-73BD-4E9E-8DD9-4DE407EF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909" y="295565"/>
            <a:ext cx="10131425" cy="807114"/>
          </a:xfrm>
        </p:spPr>
        <p:txBody>
          <a:bodyPr/>
          <a:lstStyle/>
          <a:p>
            <a:r>
              <a:rPr lang="en-US" dirty="0"/>
              <a:t>5.</a:t>
            </a:r>
            <a:r>
              <a:rPr lang="en-US" sz="3600" b="1" dirty="0"/>
              <a:t> Pre Processing (Cleaning)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6ED239-73E9-42C8-AE11-A3D027A80DE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1446933" y="1"/>
            <a:ext cx="745067" cy="8071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C7945B-2FF5-4192-88E0-C4C97464F5C3}"/>
              </a:ext>
            </a:extLst>
          </p:cNvPr>
          <p:cNvSpPr txBox="1"/>
          <p:nvPr/>
        </p:nvSpPr>
        <p:spPr>
          <a:xfrm>
            <a:off x="387110" y="1342824"/>
            <a:ext cx="105810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 === ORIGINAL (convert) ===</a:t>
            </a:r>
          </a:p>
          <a:p>
            <a:pPr algn="just"/>
            <a:r>
              <a:rPr lang="en-US" dirty="0"/>
              <a:t>Liputan6 . com , Jakarta : </a:t>
            </a:r>
            <a:r>
              <a:rPr lang="en-US" dirty="0" err="1"/>
              <a:t>Suasana</a:t>
            </a:r>
            <a:r>
              <a:rPr lang="en-US" dirty="0"/>
              <a:t>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pelelangan</a:t>
            </a:r>
            <a:r>
              <a:rPr lang="en-US" dirty="0"/>
              <a:t> ikan Muara </a:t>
            </a:r>
            <a:r>
              <a:rPr lang="en-US" dirty="0" err="1"/>
              <a:t>Angke</a:t>
            </a:r>
            <a:r>
              <a:rPr lang="en-US" dirty="0"/>
              <a:t> , Jakarta Utara </a:t>
            </a:r>
            <a:r>
              <a:rPr lang="en-US" dirty="0" err="1"/>
              <a:t>sepi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aktivitas</a:t>
            </a:r>
            <a:r>
              <a:rPr lang="en-US" dirty="0"/>
              <a:t> . </a:t>
            </a:r>
            <a:r>
              <a:rPr lang="en-US" dirty="0" err="1"/>
              <a:t>Tak</a:t>
            </a:r>
            <a:r>
              <a:rPr lang="en-US" dirty="0"/>
              <a:t> </a:t>
            </a:r>
            <a:r>
              <a:rPr lang="en-US" dirty="0" err="1"/>
              <a:t>terlihat</a:t>
            </a:r>
            <a:r>
              <a:rPr lang="en-US" dirty="0"/>
              <a:t> </a:t>
            </a:r>
            <a:r>
              <a:rPr lang="en-US" dirty="0" err="1"/>
              <a:t>kegiatan</a:t>
            </a:r>
            <a:r>
              <a:rPr lang="en-US" dirty="0"/>
              <a:t> </a:t>
            </a:r>
            <a:r>
              <a:rPr lang="en-US" dirty="0" err="1"/>
              <a:t>nelayan</a:t>
            </a:r>
            <a:r>
              <a:rPr lang="en-US" dirty="0"/>
              <a:t> yang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melaut</a:t>
            </a:r>
            <a:r>
              <a:rPr lang="en-US" dirty="0"/>
              <a:t> </a:t>
            </a:r>
            <a:r>
              <a:rPr lang="en-US" dirty="0" err="1"/>
              <a:t>menjual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tangkapannya</a:t>
            </a:r>
            <a:r>
              <a:rPr lang="en-US" dirty="0"/>
              <a:t> . Dari </a:t>
            </a:r>
            <a:r>
              <a:rPr lang="en-US" dirty="0" err="1"/>
              <a:t>pantauan</a:t>
            </a:r>
            <a:r>
              <a:rPr lang="en-US" dirty="0"/>
              <a:t> SCTV , </a:t>
            </a:r>
            <a:r>
              <a:rPr lang="en-US" dirty="0" err="1"/>
              <a:t>belum</a:t>
            </a:r>
            <a:r>
              <a:rPr lang="en-US" dirty="0"/>
              <a:t> lama </a:t>
            </a:r>
            <a:r>
              <a:rPr lang="en-US" dirty="0" err="1"/>
              <a:t>berselang</a:t>
            </a:r>
            <a:r>
              <a:rPr lang="en-US" dirty="0"/>
              <a:t> ,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sejak</a:t>
            </a:r>
            <a:r>
              <a:rPr lang="en-US" dirty="0"/>
              <a:t> </a:t>
            </a:r>
            <a:r>
              <a:rPr lang="en-US" dirty="0" err="1"/>
              <a:t>pertengahan</a:t>
            </a:r>
            <a:r>
              <a:rPr lang="en-US" dirty="0"/>
              <a:t> </a:t>
            </a:r>
            <a:r>
              <a:rPr lang="en-US" dirty="0" err="1"/>
              <a:t>Desember</a:t>
            </a:r>
            <a:r>
              <a:rPr lang="en-US" dirty="0"/>
              <a:t>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pasang </a:t>
            </a:r>
            <a:r>
              <a:rPr lang="en-US" dirty="0" err="1"/>
              <a:t>menghantui</a:t>
            </a:r>
            <a:r>
              <a:rPr lang="en-US" dirty="0"/>
              <a:t> wilayah </a:t>
            </a:r>
            <a:r>
              <a:rPr lang="en-US" dirty="0" err="1"/>
              <a:t>perairan</a:t>
            </a:r>
            <a:r>
              <a:rPr lang="en-US" dirty="0"/>
              <a:t> Indonesia . </a:t>
            </a:r>
            <a:r>
              <a:rPr lang="en-US" dirty="0" err="1"/>
              <a:t>Akibat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</a:t>
            </a:r>
            <a:r>
              <a:rPr lang="en-US" dirty="0" err="1"/>
              <a:t>laut</a:t>
            </a:r>
            <a:r>
              <a:rPr lang="en-US" dirty="0"/>
              <a:t> yang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mencapai</a:t>
            </a:r>
            <a:r>
              <a:rPr lang="en-US" dirty="0"/>
              <a:t> </a:t>
            </a:r>
            <a:r>
              <a:rPr lang="en-US" dirty="0" err="1"/>
              <a:t>ketinggian</a:t>
            </a:r>
            <a:r>
              <a:rPr lang="en-US" dirty="0"/>
              <a:t> lima meter , </a:t>
            </a:r>
            <a:r>
              <a:rPr lang="en-US" dirty="0" err="1"/>
              <a:t>nelayan</a:t>
            </a:r>
            <a:r>
              <a:rPr lang="en-US" dirty="0"/>
              <a:t> pun </a:t>
            </a:r>
            <a:r>
              <a:rPr lang="en-US" dirty="0" err="1"/>
              <a:t>enggan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nafkah</a:t>
            </a:r>
            <a:r>
              <a:rPr lang="en-US" dirty="0"/>
              <a:t> . </a:t>
            </a:r>
            <a:r>
              <a:rPr lang="en-US" dirty="0" err="1"/>
              <a:t>Keadaan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menyebabkan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ikan </a:t>
            </a:r>
            <a:r>
              <a:rPr lang="en-US" dirty="0" err="1"/>
              <a:t>mengalami</a:t>
            </a:r>
            <a:r>
              <a:rPr lang="en-US" dirty="0"/>
              <a:t> </a:t>
            </a:r>
            <a:r>
              <a:rPr lang="en-US" dirty="0" err="1"/>
              <a:t>kenaikan</a:t>
            </a:r>
            <a:r>
              <a:rPr lang="en-US" dirty="0"/>
              <a:t> . Ikan </a:t>
            </a:r>
            <a:r>
              <a:rPr lang="en-US" dirty="0" err="1"/>
              <a:t>bawal</a:t>
            </a:r>
            <a:r>
              <a:rPr lang="en-US" dirty="0"/>
              <a:t> yang </a:t>
            </a:r>
            <a:r>
              <a:rPr lang="en-US" dirty="0" err="1"/>
              <a:t>biasa</a:t>
            </a:r>
            <a:r>
              <a:rPr lang="en-US" dirty="0"/>
              <a:t> </a:t>
            </a:r>
            <a:r>
              <a:rPr lang="en-US" dirty="0" err="1"/>
              <a:t>dijual</a:t>
            </a:r>
            <a:r>
              <a:rPr lang="en-US" dirty="0"/>
              <a:t> </a:t>
            </a:r>
            <a:r>
              <a:rPr lang="en-US" dirty="0" err="1"/>
              <a:t>seharga</a:t>
            </a:r>
            <a:r>
              <a:rPr lang="en-US" dirty="0"/>
              <a:t> Rp 17 </a:t>
            </a:r>
            <a:r>
              <a:rPr lang="en-US" dirty="0" err="1"/>
              <a:t>ribu</a:t>
            </a:r>
            <a:r>
              <a:rPr lang="en-US" dirty="0"/>
              <a:t> per kilogram </a:t>
            </a:r>
            <a:r>
              <a:rPr lang="en-US" dirty="0" err="1"/>
              <a:t>kini</a:t>
            </a:r>
            <a:r>
              <a:rPr lang="en-US" dirty="0"/>
              <a:t> </a:t>
            </a:r>
            <a:r>
              <a:rPr lang="en-US" dirty="0" err="1"/>
              <a:t>dijual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Rp 28 </a:t>
            </a:r>
            <a:r>
              <a:rPr lang="en-US" dirty="0" err="1"/>
              <a:t>ribu</a:t>
            </a:r>
            <a:r>
              <a:rPr lang="en-US" dirty="0"/>
              <a:t> . Ikan </a:t>
            </a:r>
            <a:r>
              <a:rPr lang="en-US" dirty="0" err="1"/>
              <a:t>kembung</a:t>
            </a:r>
            <a:r>
              <a:rPr lang="en-US" dirty="0"/>
              <a:t> yang </a:t>
            </a:r>
            <a:r>
              <a:rPr lang="en-US" dirty="0" err="1"/>
              <a:t>awalnya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sembilan</a:t>
            </a:r>
            <a:r>
              <a:rPr lang="en-US" dirty="0"/>
              <a:t> </a:t>
            </a:r>
            <a:r>
              <a:rPr lang="en-US" dirty="0" err="1"/>
              <a:t>ribu</a:t>
            </a:r>
            <a:r>
              <a:rPr lang="en-US" dirty="0"/>
              <a:t> rupiah </a:t>
            </a:r>
            <a:r>
              <a:rPr lang="en-US" dirty="0" err="1"/>
              <a:t>kini</a:t>
            </a:r>
            <a:r>
              <a:rPr lang="en-US" dirty="0"/>
              <a:t> </a:t>
            </a:r>
            <a:r>
              <a:rPr lang="en-US" dirty="0" err="1"/>
              <a:t>dijual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kali </a:t>
            </a:r>
            <a:r>
              <a:rPr lang="en-US" dirty="0" err="1"/>
              <a:t>lipat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asal</a:t>
            </a:r>
            <a:r>
              <a:rPr lang="en-US" dirty="0"/>
              <a:t> . </a:t>
            </a:r>
            <a:r>
              <a:rPr lang="en-US" dirty="0" err="1"/>
              <a:t>Pembeli</a:t>
            </a:r>
            <a:r>
              <a:rPr lang="en-US" dirty="0"/>
              <a:t> dan </a:t>
            </a:r>
            <a:r>
              <a:rPr lang="en-US" dirty="0" err="1"/>
              <a:t>pedagang</a:t>
            </a:r>
            <a:r>
              <a:rPr lang="en-US" dirty="0"/>
              <a:t> ikan pun </a:t>
            </a:r>
            <a:r>
              <a:rPr lang="en-US" dirty="0" err="1"/>
              <a:t>kini</a:t>
            </a:r>
            <a:r>
              <a:rPr lang="en-US" dirty="0"/>
              <a:t> </a:t>
            </a:r>
            <a:r>
              <a:rPr lang="en-US" dirty="0" err="1"/>
              <a:t>mengeluh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pembeli</a:t>
            </a:r>
            <a:r>
              <a:rPr lang="en-US" dirty="0"/>
              <a:t> </a:t>
            </a:r>
            <a:r>
              <a:rPr lang="en-US" dirty="0" err="1"/>
              <a:t>semakin</a:t>
            </a:r>
            <a:r>
              <a:rPr lang="en-US" dirty="0"/>
              <a:t> </a:t>
            </a:r>
            <a:r>
              <a:rPr lang="en-US" dirty="0" err="1"/>
              <a:t>sedikit</a:t>
            </a:r>
            <a:r>
              <a:rPr lang="en-US" dirty="0"/>
              <a:t> .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mengakali</a:t>
            </a:r>
            <a:r>
              <a:rPr lang="en-US" dirty="0"/>
              <a:t> agar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berjualan</a:t>
            </a:r>
            <a:r>
              <a:rPr lang="en-US" dirty="0"/>
              <a:t> , para </a:t>
            </a:r>
            <a:r>
              <a:rPr lang="en-US" dirty="0" err="1"/>
              <a:t>pedagang</a:t>
            </a:r>
            <a:r>
              <a:rPr lang="en-US" dirty="0"/>
              <a:t> </a:t>
            </a:r>
            <a:r>
              <a:rPr lang="en-US" dirty="0" err="1"/>
              <a:t>membeli</a:t>
            </a:r>
            <a:r>
              <a:rPr lang="en-US" dirty="0"/>
              <a:t> ikan </a:t>
            </a:r>
            <a:r>
              <a:rPr lang="en-US" dirty="0" err="1"/>
              <a:t>dari</a:t>
            </a:r>
            <a:r>
              <a:rPr lang="en-US" dirty="0"/>
              <a:t> cold storage dan </a:t>
            </a:r>
            <a:r>
              <a:rPr lang="en-US" dirty="0" err="1"/>
              <a:t>dijual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di pasar ikan . ( IAN/Tim </a:t>
            </a:r>
            <a:r>
              <a:rPr lang="en-US" dirty="0" err="1"/>
              <a:t>Liputan</a:t>
            </a:r>
            <a:r>
              <a:rPr lang="en-US" dirty="0"/>
              <a:t> 6 SCTV ) 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4483FE-0710-496D-90C8-6CEE5D82374F}"/>
              </a:ext>
            </a:extLst>
          </p:cNvPr>
          <p:cNvSpPr txBox="1"/>
          <p:nvPr/>
        </p:nvSpPr>
        <p:spPr>
          <a:xfrm>
            <a:off x="387110" y="4293657"/>
            <a:ext cx="105810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=== CLEANED ===</a:t>
            </a:r>
          </a:p>
          <a:p>
            <a:r>
              <a:rPr lang="en-US" dirty="0" err="1"/>
              <a:t>suasana</a:t>
            </a:r>
            <a:r>
              <a:rPr lang="en-US" dirty="0"/>
              <a:t>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pelelangan</a:t>
            </a:r>
            <a:r>
              <a:rPr lang="en-US" dirty="0"/>
              <a:t> ikan </a:t>
            </a:r>
            <a:r>
              <a:rPr lang="en-US" dirty="0" err="1"/>
              <a:t>muara</a:t>
            </a:r>
            <a:r>
              <a:rPr lang="en-US" dirty="0"/>
              <a:t> </a:t>
            </a:r>
            <a:r>
              <a:rPr lang="en-US" dirty="0" err="1"/>
              <a:t>angke</a:t>
            </a:r>
            <a:r>
              <a:rPr lang="en-US" dirty="0"/>
              <a:t>, </a:t>
            </a:r>
            <a:r>
              <a:rPr lang="en-US" dirty="0" err="1"/>
              <a:t>jakarta</a:t>
            </a:r>
            <a:r>
              <a:rPr lang="en-US" dirty="0"/>
              <a:t> </a:t>
            </a:r>
            <a:r>
              <a:rPr lang="en-US" dirty="0" err="1"/>
              <a:t>utara</a:t>
            </a:r>
            <a:r>
              <a:rPr lang="en-US" dirty="0"/>
              <a:t> </a:t>
            </a:r>
            <a:r>
              <a:rPr lang="en-US" dirty="0" err="1"/>
              <a:t>sepi</a:t>
            </a:r>
            <a:r>
              <a:rPr lang="en-US" dirty="0"/>
              <a:t> </a:t>
            </a:r>
            <a:r>
              <a:rPr lang="en-US" dirty="0" err="1"/>
              <a:t>aktivitas</a:t>
            </a:r>
            <a:r>
              <a:rPr lang="en-US" dirty="0"/>
              <a:t>. </a:t>
            </a:r>
            <a:r>
              <a:rPr lang="en-US" dirty="0" err="1"/>
              <a:t>tak</a:t>
            </a:r>
            <a:r>
              <a:rPr lang="en-US" dirty="0"/>
              <a:t> </a:t>
            </a:r>
            <a:r>
              <a:rPr lang="en-US" dirty="0" err="1"/>
              <a:t>terlihat</a:t>
            </a:r>
            <a:r>
              <a:rPr lang="en-US" dirty="0"/>
              <a:t> </a:t>
            </a:r>
            <a:r>
              <a:rPr lang="en-US" dirty="0" err="1"/>
              <a:t>kegiatan</a:t>
            </a:r>
            <a:r>
              <a:rPr lang="en-US" dirty="0"/>
              <a:t> </a:t>
            </a:r>
            <a:r>
              <a:rPr lang="en-US" dirty="0" err="1"/>
              <a:t>nelayan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melaut</a:t>
            </a:r>
            <a:r>
              <a:rPr lang="en-US" dirty="0"/>
              <a:t> </a:t>
            </a:r>
            <a:r>
              <a:rPr lang="en-US" dirty="0" err="1"/>
              <a:t>menjual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tangkapannya</a:t>
            </a:r>
            <a:r>
              <a:rPr lang="en-US" dirty="0"/>
              <a:t>. </a:t>
            </a:r>
            <a:r>
              <a:rPr lang="en-US" dirty="0" err="1"/>
              <a:t>pantauan</a:t>
            </a:r>
            <a:r>
              <a:rPr lang="en-US" dirty="0"/>
              <a:t> </a:t>
            </a:r>
            <a:r>
              <a:rPr lang="en-US" dirty="0" err="1"/>
              <a:t>sctv</a:t>
            </a:r>
            <a:r>
              <a:rPr lang="en-US" dirty="0"/>
              <a:t>, lama </a:t>
            </a:r>
            <a:r>
              <a:rPr lang="en-US" dirty="0" err="1"/>
              <a:t>berselang</a:t>
            </a:r>
            <a:r>
              <a:rPr lang="en-US" dirty="0"/>
              <a:t>,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sejak</a:t>
            </a:r>
            <a:r>
              <a:rPr lang="en-US" dirty="0"/>
              <a:t> </a:t>
            </a:r>
            <a:r>
              <a:rPr lang="en-US" dirty="0" err="1"/>
              <a:t>pertengahan</a:t>
            </a:r>
            <a:r>
              <a:rPr lang="en-US" dirty="0"/>
              <a:t> </a:t>
            </a:r>
            <a:r>
              <a:rPr lang="en-US" dirty="0" err="1"/>
              <a:t>desember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pasang </a:t>
            </a:r>
            <a:r>
              <a:rPr lang="en-US" dirty="0" err="1"/>
              <a:t>menghantui</a:t>
            </a:r>
            <a:r>
              <a:rPr lang="en-US" dirty="0"/>
              <a:t> wilayah </a:t>
            </a:r>
            <a:r>
              <a:rPr lang="en-US" dirty="0" err="1"/>
              <a:t>perairan</a:t>
            </a:r>
            <a:r>
              <a:rPr lang="en-US" dirty="0"/>
              <a:t> </a:t>
            </a:r>
            <a:r>
              <a:rPr lang="en-US" dirty="0" err="1"/>
              <a:t>indonesia</a:t>
            </a:r>
            <a:r>
              <a:rPr lang="en-US" dirty="0"/>
              <a:t>. </a:t>
            </a:r>
            <a:r>
              <a:rPr lang="en-US" dirty="0" err="1"/>
              <a:t>akibat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mencapai</a:t>
            </a:r>
            <a:r>
              <a:rPr lang="en-US" dirty="0"/>
              <a:t> </a:t>
            </a:r>
            <a:r>
              <a:rPr lang="en-US" dirty="0" err="1"/>
              <a:t>ketinggian</a:t>
            </a:r>
            <a:r>
              <a:rPr lang="en-US" dirty="0"/>
              <a:t> lima meter, </a:t>
            </a:r>
            <a:r>
              <a:rPr lang="en-US" dirty="0" err="1"/>
              <a:t>nelayan</a:t>
            </a:r>
            <a:r>
              <a:rPr lang="en-US" dirty="0"/>
              <a:t> </a:t>
            </a:r>
            <a:r>
              <a:rPr lang="en-US" dirty="0" err="1"/>
              <a:t>enggan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nafkah</a:t>
            </a:r>
            <a:r>
              <a:rPr lang="en-US" dirty="0"/>
              <a:t>. </a:t>
            </a:r>
            <a:r>
              <a:rPr lang="en-US" dirty="0" err="1"/>
              <a:t>keadaan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menyebabkan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ikan </a:t>
            </a:r>
            <a:r>
              <a:rPr lang="en-US" dirty="0" err="1"/>
              <a:t>mengalami</a:t>
            </a:r>
            <a:r>
              <a:rPr lang="en-US" dirty="0"/>
              <a:t> </a:t>
            </a:r>
            <a:r>
              <a:rPr lang="en-US" dirty="0" err="1"/>
              <a:t>kenaikan</a:t>
            </a:r>
            <a:r>
              <a:rPr lang="en-US" dirty="0"/>
              <a:t>. ikan </a:t>
            </a:r>
            <a:r>
              <a:rPr lang="en-US" dirty="0" err="1"/>
              <a:t>bawal</a:t>
            </a:r>
            <a:r>
              <a:rPr lang="en-US" dirty="0"/>
              <a:t> </a:t>
            </a:r>
            <a:r>
              <a:rPr lang="en-US" dirty="0" err="1"/>
              <a:t>biasa</a:t>
            </a:r>
            <a:r>
              <a:rPr lang="en-US" dirty="0"/>
              <a:t> </a:t>
            </a:r>
            <a:r>
              <a:rPr lang="en-US" dirty="0" err="1"/>
              <a:t>dijual</a:t>
            </a:r>
            <a:r>
              <a:rPr lang="en-US" dirty="0"/>
              <a:t> </a:t>
            </a:r>
            <a:r>
              <a:rPr lang="en-US" dirty="0" err="1"/>
              <a:t>seharga</a:t>
            </a:r>
            <a:r>
              <a:rPr lang="en-US" dirty="0"/>
              <a:t> </a:t>
            </a:r>
            <a:r>
              <a:rPr lang="en-US" dirty="0" err="1"/>
              <a:t>rp</a:t>
            </a:r>
            <a:r>
              <a:rPr lang="en-US" dirty="0"/>
              <a:t> 17 </a:t>
            </a:r>
            <a:r>
              <a:rPr lang="en-US" dirty="0" err="1"/>
              <a:t>ribu</a:t>
            </a:r>
            <a:r>
              <a:rPr lang="en-US" dirty="0"/>
              <a:t> per kilogram </a:t>
            </a:r>
            <a:r>
              <a:rPr lang="en-US" dirty="0" err="1"/>
              <a:t>kini</a:t>
            </a:r>
            <a:r>
              <a:rPr lang="en-US" dirty="0"/>
              <a:t> </a:t>
            </a:r>
            <a:r>
              <a:rPr lang="en-US" dirty="0" err="1"/>
              <a:t>dijual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rp</a:t>
            </a:r>
            <a:r>
              <a:rPr lang="en-US" dirty="0"/>
              <a:t> 28 </a:t>
            </a:r>
            <a:r>
              <a:rPr lang="en-US" dirty="0" err="1"/>
              <a:t>ribu</a:t>
            </a:r>
            <a:r>
              <a:rPr lang="en-US" dirty="0"/>
              <a:t>. ikan </a:t>
            </a:r>
            <a:r>
              <a:rPr lang="en-US" dirty="0" err="1"/>
              <a:t>kembung</a:t>
            </a:r>
            <a:r>
              <a:rPr lang="en-US" dirty="0"/>
              <a:t> </a:t>
            </a:r>
            <a:r>
              <a:rPr lang="en-US" dirty="0" err="1"/>
              <a:t>awalnya</a:t>
            </a:r>
            <a:r>
              <a:rPr lang="en-US" dirty="0"/>
              <a:t> </a:t>
            </a:r>
            <a:r>
              <a:rPr lang="en-US" dirty="0" err="1"/>
              <a:t>sembilan</a:t>
            </a:r>
            <a:r>
              <a:rPr lang="en-US" dirty="0"/>
              <a:t> </a:t>
            </a:r>
            <a:r>
              <a:rPr lang="en-US" dirty="0" err="1"/>
              <a:t>ribu</a:t>
            </a:r>
            <a:r>
              <a:rPr lang="en-US" dirty="0"/>
              <a:t> rupiah </a:t>
            </a:r>
            <a:r>
              <a:rPr lang="en-US" dirty="0" err="1"/>
              <a:t>kini</a:t>
            </a:r>
            <a:r>
              <a:rPr lang="en-US" dirty="0"/>
              <a:t> </a:t>
            </a:r>
            <a:r>
              <a:rPr lang="en-US" dirty="0" err="1"/>
              <a:t>dijual</a:t>
            </a:r>
            <a:r>
              <a:rPr lang="en-US" dirty="0"/>
              <a:t> kali </a:t>
            </a:r>
            <a:r>
              <a:rPr lang="en-US" dirty="0" err="1"/>
              <a:t>lipat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asal</a:t>
            </a:r>
            <a:r>
              <a:rPr lang="en-US" dirty="0"/>
              <a:t>. </a:t>
            </a:r>
            <a:r>
              <a:rPr lang="en-US" dirty="0" err="1"/>
              <a:t>pembeli</a:t>
            </a:r>
            <a:r>
              <a:rPr lang="en-US" dirty="0"/>
              <a:t> </a:t>
            </a:r>
            <a:r>
              <a:rPr lang="en-US" dirty="0" err="1"/>
              <a:t>pedagang</a:t>
            </a:r>
            <a:r>
              <a:rPr lang="en-US" dirty="0"/>
              <a:t> ikan </a:t>
            </a:r>
            <a:r>
              <a:rPr lang="en-US" dirty="0" err="1"/>
              <a:t>kini</a:t>
            </a:r>
            <a:r>
              <a:rPr lang="en-US" dirty="0"/>
              <a:t> </a:t>
            </a:r>
            <a:r>
              <a:rPr lang="en-US" dirty="0" err="1"/>
              <a:t>mengeluh</a:t>
            </a:r>
            <a:r>
              <a:rPr lang="en-US" dirty="0"/>
              <a:t> </a:t>
            </a:r>
            <a:r>
              <a:rPr lang="en-US" dirty="0" err="1"/>
              <a:t>pembeli</a:t>
            </a:r>
            <a:r>
              <a:rPr lang="en-US" dirty="0"/>
              <a:t> </a:t>
            </a:r>
            <a:r>
              <a:rPr lang="en-US" dirty="0" err="1"/>
              <a:t>semakin</a:t>
            </a:r>
            <a:r>
              <a:rPr lang="en-US" dirty="0"/>
              <a:t> </a:t>
            </a:r>
            <a:r>
              <a:rPr lang="en-US" dirty="0" err="1"/>
              <a:t>sedikit</a:t>
            </a:r>
            <a:r>
              <a:rPr lang="en-US" dirty="0"/>
              <a:t>. </a:t>
            </a:r>
            <a:r>
              <a:rPr lang="en-US" dirty="0" err="1"/>
              <a:t>mengakali</a:t>
            </a:r>
            <a:r>
              <a:rPr lang="en-US" dirty="0"/>
              <a:t>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berjualan</a:t>
            </a:r>
            <a:r>
              <a:rPr lang="en-US" dirty="0"/>
              <a:t>, </a:t>
            </a:r>
            <a:r>
              <a:rPr lang="en-US" dirty="0" err="1"/>
              <a:t>pedagang</a:t>
            </a:r>
            <a:r>
              <a:rPr lang="en-US" dirty="0"/>
              <a:t> </a:t>
            </a:r>
            <a:r>
              <a:rPr lang="en-US" dirty="0" err="1"/>
              <a:t>membeli</a:t>
            </a:r>
            <a:r>
              <a:rPr lang="en-US" dirty="0"/>
              <a:t> ikan cold storage </a:t>
            </a:r>
            <a:r>
              <a:rPr lang="en-US" dirty="0" err="1"/>
              <a:t>dijual</a:t>
            </a:r>
            <a:r>
              <a:rPr lang="en-US" dirty="0"/>
              <a:t> di pasar ikan. ( </a:t>
            </a:r>
            <a:r>
              <a:rPr lang="en-US" dirty="0" err="1"/>
              <a:t>ian</a:t>
            </a:r>
            <a:r>
              <a:rPr lang="en-US" dirty="0"/>
              <a:t>/</a:t>
            </a:r>
            <a:r>
              <a:rPr lang="en-US" dirty="0" err="1"/>
              <a:t>tim</a:t>
            </a:r>
            <a:r>
              <a:rPr lang="en-US" dirty="0"/>
              <a:t> </a:t>
            </a:r>
            <a:r>
              <a:rPr lang="en-US" dirty="0" err="1"/>
              <a:t>liputan</a:t>
            </a:r>
            <a:r>
              <a:rPr lang="en-US" dirty="0"/>
              <a:t> 6 </a:t>
            </a:r>
            <a:r>
              <a:rPr lang="en-US" dirty="0" err="1"/>
              <a:t>sctv</a:t>
            </a:r>
            <a:r>
              <a:rPr lang="en-US" dirty="0"/>
              <a:t> ).</a:t>
            </a:r>
          </a:p>
        </p:txBody>
      </p:sp>
    </p:spTree>
    <p:extLst>
      <p:ext uri="{BB962C8B-B14F-4D97-AF65-F5344CB8AC3E}">
        <p14:creationId xmlns:p14="http://schemas.microsoft.com/office/powerpoint/2010/main" val="2378601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65C56-73BD-4E9E-8DD9-4DE407EF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</a:t>
            </a:r>
            <a:r>
              <a:rPr lang="en-US" sz="3600" b="1" dirty="0"/>
              <a:t> Convert </a:t>
            </a:r>
            <a:r>
              <a:rPr lang="en-US" sz="3600" b="1" dirty="0" err="1"/>
              <a:t>ke</a:t>
            </a:r>
            <a:r>
              <a:rPr lang="en-US" sz="3600" b="1" dirty="0"/>
              <a:t> </a:t>
            </a:r>
            <a:r>
              <a:rPr lang="en-US" sz="3600" b="1" dirty="0" err="1"/>
              <a:t>HuggingFace</a:t>
            </a:r>
            <a:r>
              <a:rPr lang="en-US" sz="3600" b="1" dirty="0"/>
              <a:t> Dataset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76298B-42EF-412A-83EF-72943D8965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1446933" y="1"/>
            <a:ext cx="745067" cy="8071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ABF9BD-5714-4349-BF07-D537B608481B}"/>
              </a:ext>
            </a:extLst>
          </p:cNvPr>
          <p:cNvSpPr txBox="1"/>
          <p:nvPr/>
        </p:nvSpPr>
        <p:spPr>
          <a:xfrm>
            <a:off x="778933" y="2192867"/>
            <a:ext cx="855234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Persiapan</a:t>
            </a:r>
            <a:r>
              <a:rPr lang="en-US" dirty="0"/>
              <a:t> Training </a:t>
            </a:r>
          </a:p>
          <a:p>
            <a:endParaRPr lang="en-US" dirty="0"/>
          </a:p>
          <a:p>
            <a:r>
              <a:rPr lang="en-US" b="0" i="0" dirty="0">
                <a:effectLst/>
                <a:latin typeface="Courier New" panose="02070309020205020404" pitchFamily="49" charset="0"/>
              </a:rPr>
              <a:t>Dataset(</a:t>
            </a:r>
          </a:p>
          <a:p>
            <a:r>
              <a:rPr lang="en-US" dirty="0">
                <a:latin typeface="Courier New" panose="02070309020205020404" pitchFamily="49" charset="0"/>
              </a:rPr>
              <a:t>	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{ </a:t>
            </a:r>
          </a:p>
          <a:p>
            <a:r>
              <a:rPr lang="en-US" dirty="0">
                <a:latin typeface="Courier New" panose="02070309020205020404" pitchFamily="49" charset="0"/>
              </a:rPr>
              <a:t>		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features: ['article', 'summary', '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extractive_summary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’]</a:t>
            </a:r>
          </a:p>
          <a:p>
            <a:r>
              <a:rPr lang="en-US" dirty="0">
                <a:latin typeface="Courier New" panose="02070309020205020404" pitchFamily="49" charset="0"/>
              </a:rPr>
              <a:t>	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num_rows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: 5000 </a:t>
            </a:r>
          </a:p>
          <a:p>
            <a:r>
              <a:rPr lang="en-US" dirty="0">
                <a:latin typeface="Courier New" panose="02070309020205020404" pitchFamily="49" charset="0"/>
              </a:rPr>
              <a:t>	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}</a:t>
            </a:r>
          </a:p>
          <a:p>
            <a:r>
              <a:rPr lang="en-US" b="0" i="0" dirty="0">
                <a:effectLst/>
                <a:latin typeface="Courier New" panose="02070309020205020404" pitchFamily="49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048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65C56-73BD-4E9E-8DD9-4DE407EF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23" y="313267"/>
            <a:ext cx="10131425" cy="745067"/>
          </a:xfrm>
        </p:spPr>
        <p:txBody>
          <a:bodyPr/>
          <a:lstStyle/>
          <a:p>
            <a:r>
              <a:rPr lang="en-US" dirty="0"/>
              <a:t>7.</a:t>
            </a:r>
            <a:r>
              <a:rPr lang="en-US" sz="3600" b="1" dirty="0"/>
              <a:t> </a:t>
            </a:r>
            <a:r>
              <a:rPr lang="en-US" sz="3600" b="1" dirty="0" err="1"/>
              <a:t>Simpan</a:t>
            </a:r>
            <a:r>
              <a:rPr lang="en-US" sz="3600" b="1" dirty="0"/>
              <a:t> </a:t>
            </a:r>
            <a:r>
              <a:rPr lang="en-US" sz="3600" b="1" dirty="0" err="1"/>
              <a:t>Ke</a:t>
            </a:r>
            <a:r>
              <a:rPr lang="en-US" sz="3600" b="1" dirty="0"/>
              <a:t> JSON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F42B2B-2FFD-4E2C-AB22-B2BEE5A048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1446933" y="1"/>
            <a:ext cx="745067" cy="8071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F9772E-6EA5-41A7-8197-30A34E5AE582}"/>
              </a:ext>
            </a:extLst>
          </p:cNvPr>
          <p:cNvSpPr txBox="1"/>
          <p:nvPr/>
        </p:nvSpPr>
        <p:spPr>
          <a:xfrm>
            <a:off x="330423" y="1286934"/>
            <a:ext cx="11489043" cy="50783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with open("/content/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sample_data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DataForKaggle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train_data_convert.json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", "w") as f:</a:t>
            </a:r>
          </a:p>
          <a:p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json.dump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train_data_convert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, f)</a:t>
            </a:r>
          </a:p>
          <a:p>
            <a:b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with open("/content/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sample_data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DataForKaggle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dev_data_convert.json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", "w") as f:</a:t>
            </a:r>
          </a:p>
          <a:p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json.dump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dev_data_convert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, f)</a:t>
            </a:r>
          </a:p>
          <a:p>
            <a:b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with open("/content/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sample_data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DataForKaggle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test_data_convert.json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", "w") as f:</a:t>
            </a:r>
          </a:p>
          <a:p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json.dump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test_data_convert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, f)</a:t>
            </a:r>
          </a:p>
          <a:p>
            <a:b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with open("/content/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sample_data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DataForKaggle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train_text_clean.json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", "w") as f:</a:t>
            </a:r>
          </a:p>
          <a:p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json.dump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train_text_clean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, f)</a:t>
            </a:r>
          </a:p>
          <a:p>
            <a:b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with open("/content/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sample_data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DataForKaggle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dev_text_clean.json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", "w") as f:</a:t>
            </a:r>
          </a:p>
          <a:p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json.dump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dev_text_clean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, f)</a:t>
            </a:r>
          </a:p>
          <a:p>
            <a:b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with open("/content/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sample_data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DataForKaggle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test_text_clean.json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", "w") as f:</a:t>
            </a:r>
          </a:p>
          <a:p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json.dump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test_text_clean</a:t>
            </a:r>
            <a:r>
              <a:rPr lang="en-US" b="0" dirty="0">
                <a:solidFill>
                  <a:sysClr val="windowText" lastClr="000000"/>
                </a:solidFill>
                <a:effectLst/>
                <a:latin typeface="Courier New" panose="02070309020205020404" pitchFamily="49" charset="0"/>
              </a:rPr>
              <a:t>, f)</a:t>
            </a:r>
          </a:p>
          <a:p>
            <a:endParaRPr 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474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65C56-73BD-4E9E-8DD9-4DE407EF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108" y="194436"/>
            <a:ext cx="10131425" cy="880533"/>
          </a:xfrm>
        </p:spPr>
        <p:txBody>
          <a:bodyPr/>
          <a:lstStyle/>
          <a:p>
            <a:r>
              <a:rPr lang="en-US" dirty="0"/>
              <a:t>7.</a:t>
            </a:r>
            <a:r>
              <a:rPr lang="en-US" sz="3600" b="1" dirty="0"/>
              <a:t> Upload </a:t>
            </a:r>
            <a:r>
              <a:rPr lang="en-US" sz="3600" b="1" dirty="0" err="1"/>
              <a:t>Ke</a:t>
            </a:r>
            <a:r>
              <a:rPr lang="en-US" sz="3600" b="1" dirty="0"/>
              <a:t> Kaggle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D838D0-49D0-4052-BC0C-93AAFC37C7F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1446933" y="1"/>
            <a:ext cx="745067" cy="8071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5EA2E8-707D-4A5D-8A5C-F1A543CF54E3}"/>
              </a:ext>
            </a:extLst>
          </p:cNvPr>
          <p:cNvSpPr txBox="1"/>
          <p:nvPr/>
        </p:nvSpPr>
        <p:spPr>
          <a:xfrm>
            <a:off x="387108" y="1074969"/>
            <a:ext cx="110598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 </a:t>
            </a:r>
            <a:r>
              <a:rPr lang="en-US" sz="2400" b="1" dirty="0" err="1"/>
              <a:t>Tujuan</a:t>
            </a:r>
            <a:r>
              <a:rPr lang="en-US" sz="2400" b="1" dirty="0"/>
              <a:t>  : </a:t>
            </a:r>
          </a:p>
          <a:p>
            <a:pPr algn="just"/>
            <a:r>
              <a:rPr lang="en-US" b="1" dirty="0" err="1"/>
              <a:t>Untuk</a:t>
            </a:r>
            <a:r>
              <a:rPr lang="en-US" b="1" dirty="0"/>
              <a:t> </a:t>
            </a:r>
            <a:r>
              <a:rPr lang="en-US" b="1" dirty="0" err="1"/>
              <a:t>menggunakan</a:t>
            </a:r>
            <a:r>
              <a:rPr lang="en-US" b="1" dirty="0"/>
              <a:t> dataset yang </a:t>
            </a:r>
            <a:r>
              <a:rPr lang="en-US" b="1" dirty="0" err="1"/>
              <a:t>sama</a:t>
            </a:r>
            <a:r>
              <a:rPr lang="en-US" b="1" dirty="0"/>
              <a:t> </a:t>
            </a:r>
            <a:r>
              <a:rPr lang="en-US" b="1" dirty="0" err="1"/>
              <a:t>untuk</a:t>
            </a:r>
            <a:r>
              <a:rPr lang="en-US" b="1" dirty="0"/>
              <a:t> experiment </a:t>
            </a:r>
            <a:r>
              <a:rPr lang="en-US" b="1" dirty="0" err="1"/>
              <a:t>baik</a:t>
            </a:r>
            <a:r>
              <a:rPr lang="en-US" b="1" dirty="0"/>
              <a:t> </a:t>
            </a:r>
            <a:r>
              <a:rPr lang="en-US" b="1" dirty="0" err="1"/>
              <a:t>eksperimen</a:t>
            </a:r>
            <a:r>
              <a:rPr lang="en-US" b="1" dirty="0"/>
              <a:t> fine tunning </a:t>
            </a:r>
            <a:r>
              <a:rPr lang="en-US" b="1" dirty="0" err="1"/>
              <a:t>maupun</a:t>
            </a:r>
            <a:r>
              <a:rPr lang="en-US" b="1" dirty="0"/>
              <a:t> </a:t>
            </a:r>
            <a:r>
              <a:rPr lang="en-US" b="1" dirty="0" err="1"/>
              <a:t>eksperimen</a:t>
            </a:r>
            <a:r>
              <a:rPr lang="en-US" b="1" dirty="0"/>
              <a:t>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BD3CB0-47BE-4CEC-8822-446EB31509DF}"/>
              </a:ext>
            </a:extLst>
          </p:cNvPr>
          <p:cNvSpPr txBox="1"/>
          <p:nvPr/>
        </p:nvSpPr>
        <p:spPr>
          <a:xfrm>
            <a:off x="387108" y="2090632"/>
            <a:ext cx="110598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 URL  : </a:t>
            </a:r>
          </a:p>
          <a:p>
            <a:pPr algn="just"/>
            <a:r>
              <a:rPr lang="en-US" b="1" dirty="0"/>
              <a:t>https://www.kaggle.com/datasets/nalaprogroup/clean-data-project2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B60A5A-E948-4F72-8221-69C279475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897" y="2829296"/>
            <a:ext cx="9109072" cy="38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4925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{1AFF29DA-EE66-4A9A-990A-F102387767F0}TFb5ae2469-0bae-4978-b0e0-39dd046150ff9a115ede-a9c3cc5252b0</Template>
  <TotalTime>75</TotalTime>
  <Words>1296</Words>
  <Application>Microsoft Office PowerPoint</Application>
  <PresentationFormat>Widescreen</PresentationFormat>
  <Paragraphs>93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Celestial</vt:lpstr>
      <vt:lpstr>nalapro</vt:lpstr>
      <vt:lpstr>Data preprocessing</vt:lpstr>
      <vt:lpstr>1. Mount To Drive</vt:lpstr>
      <vt:lpstr>2. Extract Data Ke Local Colabs</vt:lpstr>
      <vt:lpstr>3. Load dataset</vt:lpstr>
      <vt:lpstr>4. Convert Dataset ke teks</vt:lpstr>
      <vt:lpstr>5. Pre Processing (Cleaning)</vt:lpstr>
      <vt:lpstr>5. Pre Processing (Cleaning)</vt:lpstr>
      <vt:lpstr>6. Convert ke HuggingFace Dataset</vt:lpstr>
      <vt:lpstr>7. Simpan Ke JSON</vt:lpstr>
      <vt:lpstr>7. Upload Ke Kaggle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EKO</dc:creator>
  <cp:lastModifiedBy>EKO</cp:lastModifiedBy>
  <cp:revision>20</cp:revision>
  <dcterms:created xsi:type="dcterms:W3CDTF">2026-04-03T06:55:56Z</dcterms:created>
  <dcterms:modified xsi:type="dcterms:W3CDTF">2026-04-03T08:11:13Z</dcterms:modified>
</cp:coreProperties>
</file>